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Lato"/>
      <p:regular r:id="rId22"/>
      <p:bold r:id="rId23"/>
      <p:italic r:id="rId24"/>
      <p:boldItalic r:id="rId25"/>
    </p:embeddedFont>
    <p:embeddedFont>
      <p:font typeface="DM Sans ExtraBold"/>
      <p:bold r:id="rId26"/>
      <p:boldItalic r:id="rId27"/>
    </p:embeddedFont>
    <p:embeddedFont>
      <p:font typeface="DM Sans"/>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2" roundtripDataSignature="AMtx7mg+V6X5RD4fEfLd0An/Ya7WllEv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D67E690-195C-4F6A-810C-84851278CF22}">
  <a:tblStyle styleId="{BD67E690-195C-4F6A-810C-84851278CF22}"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Lato-regular.fntdata"/><Relationship Id="rId21" Type="http://schemas.openxmlformats.org/officeDocument/2006/relationships/slide" Target="slides/slide15.xml"/><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DMSansExtraBold-bold.fntdata"/><Relationship Id="rId25" Type="http://schemas.openxmlformats.org/officeDocument/2006/relationships/font" Target="fonts/Lato-boldItalic.fntdata"/><Relationship Id="rId28" Type="http://schemas.openxmlformats.org/officeDocument/2006/relationships/font" Target="fonts/DMSans-regular.fntdata"/><Relationship Id="rId27" Type="http://schemas.openxmlformats.org/officeDocument/2006/relationships/font" Target="fonts/DMSansExtraBold-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DMSans-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DMSans-boldItalic.fntdata"/><Relationship Id="rId30" Type="http://schemas.openxmlformats.org/officeDocument/2006/relationships/font" Target="fonts/DMSans-italic.fntdata"/><Relationship Id="rId11" Type="http://schemas.openxmlformats.org/officeDocument/2006/relationships/slide" Target="slides/slide5.xml"/><Relationship Id="rId10" Type="http://schemas.openxmlformats.org/officeDocument/2006/relationships/slide" Target="slides/slide4.xml"/><Relationship Id="rId32"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3" name="Google Shape;32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7" name="Google Shape;39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18"/>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0" name="Google Shape;10;p18"/>
          <p:cNvSpPr txBox="1"/>
          <p:nvPr>
            <p:ph type="ctrTitle"/>
          </p:nvPr>
        </p:nvSpPr>
        <p:spPr>
          <a:xfrm>
            <a:off x="898300" y="1523100"/>
            <a:ext cx="6957000" cy="2211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200"/>
              <a:buNone/>
              <a:defRPr sz="48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8"/>
          <p:cNvSpPr txBox="1"/>
          <p:nvPr>
            <p:ph idx="1" type="subTitle"/>
          </p:nvPr>
        </p:nvSpPr>
        <p:spPr>
          <a:xfrm>
            <a:off x="898450" y="3732200"/>
            <a:ext cx="6957000" cy="47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grpSp>
        <p:nvGrpSpPr>
          <p:cNvPr id="12" name="Google Shape;12;p18"/>
          <p:cNvGrpSpPr/>
          <p:nvPr/>
        </p:nvGrpSpPr>
        <p:grpSpPr>
          <a:xfrm>
            <a:off x="-2078027" y="-1391669"/>
            <a:ext cx="11666207" cy="8151542"/>
            <a:chOff x="-2078027" y="-1391669"/>
            <a:chExt cx="11666207" cy="8151542"/>
          </a:xfrm>
        </p:grpSpPr>
        <p:sp>
          <p:nvSpPr>
            <p:cNvPr id="13" name="Google Shape;13;p18"/>
            <p:cNvSpPr/>
            <p:nvPr/>
          </p:nvSpPr>
          <p:spPr>
            <a:xfrm rot="5400000">
              <a:off x="-1065597" y="-2404099"/>
              <a:ext cx="2452727" cy="4477588"/>
            </a:xfrm>
            <a:custGeom>
              <a:rect b="b" l="l" r="r" t="t"/>
              <a:pathLst>
                <a:path extrusionOk="0" h="4183" w="2292">
                  <a:moveTo>
                    <a:pt x="1146" y="4183"/>
                  </a:moveTo>
                  <a:cubicBezTo>
                    <a:pt x="840" y="4183"/>
                    <a:pt x="552" y="4064"/>
                    <a:pt x="336" y="3847"/>
                  </a:cubicBezTo>
                  <a:cubicBezTo>
                    <a:pt x="119" y="3631"/>
                    <a:pt x="0" y="3343"/>
                    <a:pt x="0" y="3037"/>
                  </a:cubicBezTo>
                  <a:cubicBezTo>
                    <a:pt x="0" y="1145"/>
                    <a:pt x="0" y="1145"/>
                    <a:pt x="0" y="1145"/>
                  </a:cubicBezTo>
                  <a:cubicBezTo>
                    <a:pt x="0" y="839"/>
                    <a:pt x="119" y="552"/>
                    <a:pt x="336" y="335"/>
                  </a:cubicBezTo>
                  <a:cubicBezTo>
                    <a:pt x="552" y="119"/>
                    <a:pt x="840" y="0"/>
                    <a:pt x="1146" y="0"/>
                  </a:cubicBezTo>
                  <a:cubicBezTo>
                    <a:pt x="1452" y="0"/>
                    <a:pt x="1740" y="119"/>
                    <a:pt x="1956" y="335"/>
                  </a:cubicBezTo>
                  <a:cubicBezTo>
                    <a:pt x="2173" y="552"/>
                    <a:pt x="2292" y="839"/>
                    <a:pt x="2292" y="1145"/>
                  </a:cubicBezTo>
                  <a:cubicBezTo>
                    <a:pt x="2292" y="3037"/>
                    <a:pt x="2292" y="3037"/>
                    <a:pt x="2292" y="3037"/>
                  </a:cubicBezTo>
                  <a:cubicBezTo>
                    <a:pt x="2292" y="3343"/>
                    <a:pt x="2173" y="3631"/>
                    <a:pt x="1956" y="3847"/>
                  </a:cubicBezTo>
                  <a:cubicBezTo>
                    <a:pt x="1740" y="4064"/>
                    <a:pt x="1452" y="4183"/>
                    <a:pt x="1146" y="4183"/>
                  </a:cubicBezTo>
                  <a:close/>
                  <a:moveTo>
                    <a:pt x="1146" y="12"/>
                  </a:moveTo>
                  <a:cubicBezTo>
                    <a:pt x="521" y="12"/>
                    <a:pt x="12" y="520"/>
                    <a:pt x="12" y="1145"/>
                  </a:cubicBezTo>
                  <a:cubicBezTo>
                    <a:pt x="12" y="3037"/>
                    <a:pt x="12" y="3037"/>
                    <a:pt x="12" y="3037"/>
                  </a:cubicBezTo>
                  <a:cubicBezTo>
                    <a:pt x="12" y="3662"/>
                    <a:pt x="521" y="4171"/>
                    <a:pt x="1146" y="4171"/>
                  </a:cubicBezTo>
                  <a:cubicBezTo>
                    <a:pt x="1146" y="4171"/>
                    <a:pt x="1146" y="4171"/>
                    <a:pt x="1146" y="4171"/>
                  </a:cubicBezTo>
                  <a:cubicBezTo>
                    <a:pt x="1771" y="4171"/>
                    <a:pt x="2280" y="3662"/>
                    <a:pt x="2280" y="3037"/>
                  </a:cubicBezTo>
                  <a:cubicBezTo>
                    <a:pt x="2280" y="1145"/>
                    <a:pt x="2280" y="1145"/>
                    <a:pt x="2280" y="1145"/>
                  </a:cubicBezTo>
                  <a:cubicBezTo>
                    <a:pt x="2280" y="520"/>
                    <a:pt x="1771" y="12"/>
                    <a:pt x="1146" y="1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 name="Google Shape;14;p18"/>
            <p:cNvSpPr/>
            <p:nvPr/>
          </p:nvSpPr>
          <p:spPr>
            <a:xfrm>
              <a:off x="7902464" y="3686094"/>
              <a:ext cx="1685715" cy="3073779"/>
            </a:xfrm>
            <a:custGeom>
              <a:rect b="b" l="l" r="r" t="t"/>
              <a:pathLst>
                <a:path extrusionOk="0" h="2871" w="1575">
                  <a:moveTo>
                    <a:pt x="787" y="2871"/>
                  </a:moveTo>
                  <a:cubicBezTo>
                    <a:pt x="353" y="2871"/>
                    <a:pt x="0" y="2518"/>
                    <a:pt x="0" y="2084"/>
                  </a:cubicBezTo>
                  <a:cubicBezTo>
                    <a:pt x="0" y="787"/>
                    <a:pt x="0" y="787"/>
                    <a:pt x="0" y="787"/>
                  </a:cubicBezTo>
                  <a:cubicBezTo>
                    <a:pt x="0" y="353"/>
                    <a:pt x="353" y="0"/>
                    <a:pt x="787" y="0"/>
                  </a:cubicBezTo>
                  <a:cubicBezTo>
                    <a:pt x="1222" y="0"/>
                    <a:pt x="1575" y="353"/>
                    <a:pt x="1575" y="787"/>
                  </a:cubicBezTo>
                  <a:cubicBezTo>
                    <a:pt x="1575" y="2084"/>
                    <a:pt x="1575" y="2084"/>
                    <a:pt x="1575" y="2084"/>
                  </a:cubicBezTo>
                  <a:cubicBezTo>
                    <a:pt x="1575" y="2518"/>
                    <a:pt x="1222" y="2871"/>
                    <a:pt x="787" y="2871"/>
                  </a:cubicBezTo>
                  <a:close/>
                  <a:moveTo>
                    <a:pt x="787" y="12"/>
                  </a:moveTo>
                  <a:cubicBezTo>
                    <a:pt x="360" y="12"/>
                    <a:pt x="12" y="359"/>
                    <a:pt x="12" y="787"/>
                  </a:cubicBezTo>
                  <a:cubicBezTo>
                    <a:pt x="12" y="2084"/>
                    <a:pt x="12" y="2084"/>
                    <a:pt x="12" y="2084"/>
                  </a:cubicBezTo>
                  <a:cubicBezTo>
                    <a:pt x="12" y="2511"/>
                    <a:pt x="360" y="2859"/>
                    <a:pt x="787" y="2859"/>
                  </a:cubicBezTo>
                  <a:cubicBezTo>
                    <a:pt x="787" y="2859"/>
                    <a:pt x="787" y="2859"/>
                    <a:pt x="787" y="2859"/>
                  </a:cubicBezTo>
                  <a:cubicBezTo>
                    <a:pt x="1215" y="2859"/>
                    <a:pt x="1563" y="2511"/>
                    <a:pt x="1563" y="2084"/>
                  </a:cubicBezTo>
                  <a:cubicBezTo>
                    <a:pt x="1563" y="787"/>
                    <a:pt x="1563" y="787"/>
                    <a:pt x="1563" y="787"/>
                  </a:cubicBezTo>
                  <a:cubicBezTo>
                    <a:pt x="1563" y="359"/>
                    <a:pt x="1215" y="12"/>
                    <a:pt x="787" y="1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5" name="Google Shape;15;p18"/>
          <p:cNvGrpSpPr/>
          <p:nvPr/>
        </p:nvGrpSpPr>
        <p:grpSpPr>
          <a:xfrm>
            <a:off x="-182925" y="-535943"/>
            <a:ext cx="8085408" cy="5144509"/>
            <a:chOff x="-182925" y="-535943"/>
            <a:chExt cx="8085408" cy="5144509"/>
          </a:xfrm>
        </p:grpSpPr>
        <p:grpSp>
          <p:nvGrpSpPr>
            <p:cNvPr id="16" name="Google Shape;16;p18"/>
            <p:cNvGrpSpPr/>
            <p:nvPr/>
          </p:nvGrpSpPr>
          <p:grpSpPr>
            <a:xfrm>
              <a:off x="-182925" y="4544171"/>
              <a:ext cx="8085408" cy="64395"/>
              <a:chOff x="-182925" y="4544171"/>
              <a:chExt cx="8085408" cy="64395"/>
            </a:xfrm>
          </p:grpSpPr>
          <p:sp>
            <p:nvSpPr>
              <p:cNvPr id="17" name="Google Shape;17;p18"/>
              <p:cNvSpPr/>
              <p:nvPr/>
            </p:nvSpPr>
            <p:spPr>
              <a:xfrm>
                <a:off x="-182925" y="4569918"/>
                <a:ext cx="7989600" cy="129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 name="Google Shape;18;p18"/>
              <p:cNvSpPr/>
              <p:nvPr/>
            </p:nvSpPr>
            <p:spPr>
              <a:xfrm>
                <a:off x="7789434" y="4544171"/>
                <a:ext cx="113049" cy="64395"/>
              </a:xfrm>
              <a:custGeom>
                <a:rect b="b" l="l" r="r" t="t"/>
                <a:pathLst>
                  <a:path extrusionOk="0" h="45" w="79">
                    <a:moveTo>
                      <a:pt x="0" y="23"/>
                    </a:moveTo>
                    <a:lnTo>
                      <a:pt x="39" y="0"/>
                    </a:lnTo>
                    <a:lnTo>
                      <a:pt x="79" y="23"/>
                    </a:lnTo>
                    <a:lnTo>
                      <a:pt x="39" y="45"/>
                    </a:lnTo>
                    <a:lnTo>
                      <a:pt x="0" y="2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9" name="Google Shape;19;p18"/>
            <p:cNvGrpSpPr/>
            <p:nvPr/>
          </p:nvGrpSpPr>
          <p:grpSpPr>
            <a:xfrm>
              <a:off x="911949" y="-535943"/>
              <a:ext cx="64395" cy="1596993"/>
              <a:chOff x="911949" y="-535943"/>
              <a:chExt cx="64395" cy="1596993"/>
            </a:xfrm>
          </p:grpSpPr>
          <p:sp>
            <p:nvSpPr>
              <p:cNvPr id="20" name="Google Shape;20;p18"/>
              <p:cNvSpPr/>
              <p:nvPr/>
            </p:nvSpPr>
            <p:spPr>
              <a:xfrm rot="5400000">
                <a:off x="184246" y="217507"/>
                <a:ext cx="1519800" cy="129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 name="Google Shape;21;p18"/>
              <p:cNvSpPr/>
              <p:nvPr/>
            </p:nvSpPr>
            <p:spPr>
              <a:xfrm rot="5400000">
                <a:off x="888337" y="973043"/>
                <a:ext cx="111618" cy="64395"/>
              </a:xfrm>
              <a:custGeom>
                <a:rect b="b" l="l" r="r" t="t"/>
                <a:pathLst>
                  <a:path extrusionOk="0" h="45" w="78">
                    <a:moveTo>
                      <a:pt x="0" y="23"/>
                    </a:moveTo>
                    <a:lnTo>
                      <a:pt x="39" y="0"/>
                    </a:lnTo>
                    <a:lnTo>
                      <a:pt x="78" y="23"/>
                    </a:lnTo>
                    <a:lnTo>
                      <a:pt x="39" y="45"/>
                    </a:lnTo>
                    <a:lnTo>
                      <a:pt x="0" y="2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pic>
        <p:nvPicPr>
          <p:cNvPr id="23" name="Google Shape;23;p19"/>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id="24" name="Google Shape;24;p19"/>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25" name="Google Shape;25;p1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b="0">
                <a:latin typeface="DM Sans ExtraBold"/>
                <a:ea typeface="DM Sans ExtraBold"/>
                <a:cs typeface="DM Sans ExtraBold"/>
                <a:sym typeface="DM Sans ExtraBo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6" name="Google Shape;26;p19"/>
          <p:cNvSpPr/>
          <p:nvPr/>
        </p:nvSpPr>
        <p:spPr>
          <a:xfrm>
            <a:off x="8676293" y="-2041474"/>
            <a:ext cx="1343707" cy="4477588"/>
          </a:xfrm>
          <a:custGeom>
            <a:rect b="b" l="l" r="r" t="t"/>
            <a:pathLst>
              <a:path extrusionOk="0" h="4183" w="1255">
                <a:moveTo>
                  <a:pt x="627" y="4183"/>
                </a:moveTo>
                <a:cubicBezTo>
                  <a:pt x="281" y="4183"/>
                  <a:pt x="0" y="3901"/>
                  <a:pt x="0" y="3555"/>
                </a:cubicBezTo>
                <a:cubicBezTo>
                  <a:pt x="0" y="627"/>
                  <a:pt x="0" y="627"/>
                  <a:pt x="0" y="627"/>
                </a:cubicBezTo>
                <a:cubicBezTo>
                  <a:pt x="0" y="281"/>
                  <a:pt x="281" y="0"/>
                  <a:pt x="627" y="0"/>
                </a:cubicBezTo>
                <a:cubicBezTo>
                  <a:pt x="973" y="0"/>
                  <a:pt x="1255" y="281"/>
                  <a:pt x="1255" y="627"/>
                </a:cubicBezTo>
                <a:cubicBezTo>
                  <a:pt x="1255" y="3555"/>
                  <a:pt x="1255" y="3555"/>
                  <a:pt x="1255" y="3555"/>
                </a:cubicBezTo>
                <a:cubicBezTo>
                  <a:pt x="1255" y="3901"/>
                  <a:pt x="973" y="4183"/>
                  <a:pt x="627" y="4183"/>
                </a:cubicBezTo>
                <a:close/>
                <a:moveTo>
                  <a:pt x="627" y="12"/>
                </a:moveTo>
                <a:cubicBezTo>
                  <a:pt x="288" y="12"/>
                  <a:pt x="12" y="288"/>
                  <a:pt x="12" y="627"/>
                </a:cubicBezTo>
                <a:cubicBezTo>
                  <a:pt x="12" y="3555"/>
                  <a:pt x="12" y="3555"/>
                  <a:pt x="12" y="3555"/>
                </a:cubicBezTo>
                <a:cubicBezTo>
                  <a:pt x="12" y="3895"/>
                  <a:pt x="288" y="4171"/>
                  <a:pt x="627" y="4171"/>
                </a:cubicBezTo>
                <a:cubicBezTo>
                  <a:pt x="967" y="4171"/>
                  <a:pt x="1243" y="3895"/>
                  <a:pt x="1243" y="3555"/>
                </a:cubicBezTo>
                <a:cubicBezTo>
                  <a:pt x="1243" y="627"/>
                  <a:pt x="1243" y="627"/>
                  <a:pt x="1243" y="627"/>
                </a:cubicBezTo>
                <a:cubicBezTo>
                  <a:pt x="1243" y="288"/>
                  <a:pt x="967" y="12"/>
                  <a:pt x="627" y="1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7" name="Google Shape;27;p19"/>
          <p:cNvGrpSpPr/>
          <p:nvPr/>
        </p:nvGrpSpPr>
        <p:grpSpPr>
          <a:xfrm rot="5400000">
            <a:off x="9454499" y="154132"/>
            <a:ext cx="64395" cy="1596992"/>
            <a:chOff x="911949" y="-535943"/>
            <a:chExt cx="64395" cy="1596993"/>
          </a:xfrm>
        </p:grpSpPr>
        <p:sp>
          <p:nvSpPr>
            <p:cNvPr id="28" name="Google Shape;28;p19"/>
            <p:cNvSpPr/>
            <p:nvPr/>
          </p:nvSpPr>
          <p:spPr>
            <a:xfrm rot="5400000">
              <a:off x="184246" y="217507"/>
              <a:ext cx="1519800" cy="129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 name="Google Shape;29;p19"/>
            <p:cNvSpPr/>
            <p:nvPr/>
          </p:nvSpPr>
          <p:spPr>
            <a:xfrm rot="5400000">
              <a:off x="888337" y="973043"/>
              <a:ext cx="111618" cy="64395"/>
            </a:xfrm>
            <a:custGeom>
              <a:rect b="b" l="l" r="r" t="t"/>
              <a:pathLst>
                <a:path extrusionOk="0" h="45" w="78">
                  <a:moveTo>
                    <a:pt x="0" y="23"/>
                  </a:moveTo>
                  <a:lnTo>
                    <a:pt x="39" y="0"/>
                  </a:lnTo>
                  <a:lnTo>
                    <a:pt x="78" y="23"/>
                  </a:lnTo>
                  <a:lnTo>
                    <a:pt x="39" y="45"/>
                  </a:lnTo>
                  <a:lnTo>
                    <a:pt x="0" y="2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pic>
        <p:nvPicPr>
          <p:cNvPr id="31" name="Google Shape;31;p20"/>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2" name="Google Shape;32;p20"/>
          <p:cNvSpPr txBox="1"/>
          <p:nvPr>
            <p:ph type="title"/>
          </p:nvPr>
        </p:nvSpPr>
        <p:spPr>
          <a:xfrm>
            <a:off x="720000" y="2909475"/>
            <a:ext cx="5067600" cy="841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b="0" sz="4600">
                <a:latin typeface="DM Sans ExtraBold"/>
                <a:ea typeface="DM Sans ExtraBold"/>
                <a:cs typeface="DM Sans ExtraBold"/>
                <a:sym typeface="DM Sans ExtraBold"/>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3" name="Google Shape;33;p20"/>
          <p:cNvSpPr txBox="1"/>
          <p:nvPr>
            <p:ph idx="2" type="title"/>
          </p:nvPr>
        </p:nvSpPr>
        <p:spPr>
          <a:xfrm>
            <a:off x="720000" y="2244925"/>
            <a:ext cx="1324200" cy="84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000"/>
              <a:buNone/>
              <a:defRPr b="0" sz="4300">
                <a:solidFill>
                  <a:schemeClr val="lt1"/>
                </a:solidFill>
                <a:latin typeface="DM Sans ExtraBold"/>
                <a:ea typeface="DM Sans ExtraBold"/>
                <a:cs typeface="DM Sans ExtraBold"/>
                <a:sym typeface="DM Sans ExtraBold"/>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34" name="Google Shape;34;p20"/>
          <p:cNvSpPr txBox="1"/>
          <p:nvPr>
            <p:ph idx="1" type="subTitle"/>
          </p:nvPr>
        </p:nvSpPr>
        <p:spPr>
          <a:xfrm>
            <a:off x="720000" y="3734775"/>
            <a:ext cx="5067600" cy="519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400"/>
              <a:buNone/>
              <a:defRPr sz="1600">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grpSp>
        <p:nvGrpSpPr>
          <p:cNvPr id="35" name="Google Shape;35;p20"/>
          <p:cNvGrpSpPr/>
          <p:nvPr/>
        </p:nvGrpSpPr>
        <p:grpSpPr>
          <a:xfrm>
            <a:off x="-965711" y="-828856"/>
            <a:ext cx="11369547" cy="7608065"/>
            <a:chOff x="-965711" y="-828856"/>
            <a:chExt cx="11369547" cy="7608065"/>
          </a:xfrm>
        </p:grpSpPr>
        <p:sp>
          <p:nvSpPr>
            <p:cNvPr id="36" name="Google Shape;36;p20"/>
            <p:cNvSpPr/>
            <p:nvPr/>
          </p:nvSpPr>
          <p:spPr>
            <a:xfrm rot="5400000">
              <a:off x="6938678" y="3314051"/>
              <a:ext cx="2452727" cy="4477588"/>
            </a:xfrm>
            <a:custGeom>
              <a:rect b="b" l="l" r="r" t="t"/>
              <a:pathLst>
                <a:path extrusionOk="0" h="4183" w="2292">
                  <a:moveTo>
                    <a:pt x="1146" y="4183"/>
                  </a:moveTo>
                  <a:cubicBezTo>
                    <a:pt x="840" y="4183"/>
                    <a:pt x="552" y="4064"/>
                    <a:pt x="336" y="3847"/>
                  </a:cubicBezTo>
                  <a:cubicBezTo>
                    <a:pt x="119" y="3631"/>
                    <a:pt x="0" y="3343"/>
                    <a:pt x="0" y="3037"/>
                  </a:cubicBezTo>
                  <a:cubicBezTo>
                    <a:pt x="0" y="1145"/>
                    <a:pt x="0" y="1145"/>
                    <a:pt x="0" y="1145"/>
                  </a:cubicBezTo>
                  <a:cubicBezTo>
                    <a:pt x="0" y="839"/>
                    <a:pt x="119" y="552"/>
                    <a:pt x="336" y="335"/>
                  </a:cubicBezTo>
                  <a:cubicBezTo>
                    <a:pt x="552" y="119"/>
                    <a:pt x="840" y="0"/>
                    <a:pt x="1146" y="0"/>
                  </a:cubicBezTo>
                  <a:cubicBezTo>
                    <a:pt x="1452" y="0"/>
                    <a:pt x="1740" y="119"/>
                    <a:pt x="1956" y="335"/>
                  </a:cubicBezTo>
                  <a:cubicBezTo>
                    <a:pt x="2173" y="552"/>
                    <a:pt x="2292" y="839"/>
                    <a:pt x="2292" y="1145"/>
                  </a:cubicBezTo>
                  <a:cubicBezTo>
                    <a:pt x="2292" y="3037"/>
                    <a:pt x="2292" y="3037"/>
                    <a:pt x="2292" y="3037"/>
                  </a:cubicBezTo>
                  <a:cubicBezTo>
                    <a:pt x="2292" y="3343"/>
                    <a:pt x="2173" y="3631"/>
                    <a:pt x="1956" y="3847"/>
                  </a:cubicBezTo>
                  <a:cubicBezTo>
                    <a:pt x="1740" y="4064"/>
                    <a:pt x="1452" y="4183"/>
                    <a:pt x="1146" y="4183"/>
                  </a:cubicBezTo>
                  <a:close/>
                  <a:moveTo>
                    <a:pt x="1146" y="12"/>
                  </a:moveTo>
                  <a:cubicBezTo>
                    <a:pt x="521" y="12"/>
                    <a:pt x="12" y="520"/>
                    <a:pt x="12" y="1145"/>
                  </a:cubicBezTo>
                  <a:cubicBezTo>
                    <a:pt x="12" y="3037"/>
                    <a:pt x="12" y="3037"/>
                    <a:pt x="12" y="3037"/>
                  </a:cubicBezTo>
                  <a:cubicBezTo>
                    <a:pt x="12" y="3662"/>
                    <a:pt x="521" y="4171"/>
                    <a:pt x="1146" y="4171"/>
                  </a:cubicBezTo>
                  <a:cubicBezTo>
                    <a:pt x="1146" y="4171"/>
                    <a:pt x="1146" y="4171"/>
                    <a:pt x="1146" y="4171"/>
                  </a:cubicBezTo>
                  <a:cubicBezTo>
                    <a:pt x="1771" y="4171"/>
                    <a:pt x="2280" y="3662"/>
                    <a:pt x="2280" y="3037"/>
                  </a:cubicBezTo>
                  <a:cubicBezTo>
                    <a:pt x="2280" y="1145"/>
                    <a:pt x="2280" y="1145"/>
                    <a:pt x="2280" y="1145"/>
                  </a:cubicBezTo>
                  <a:cubicBezTo>
                    <a:pt x="2280" y="520"/>
                    <a:pt x="1771" y="12"/>
                    <a:pt x="1146" y="1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 name="Google Shape;37;p20"/>
            <p:cNvSpPr/>
            <p:nvPr/>
          </p:nvSpPr>
          <p:spPr>
            <a:xfrm>
              <a:off x="-965711" y="-828856"/>
              <a:ext cx="1685715" cy="3073779"/>
            </a:xfrm>
            <a:custGeom>
              <a:rect b="b" l="l" r="r" t="t"/>
              <a:pathLst>
                <a:path extrusionOk="0" h="2871" w="1575">
                  <a:moveTo>
                    <a:pt x="787" y="2871"/>
                  </a:moveTo>
                  <a:cubicBezTo>
                    <a:pt x="353" y="2871"/>
                    <a:pt x="0" y="2518"/>
                    <a:pt x="0" y="2084"/>
                  </a:cubicBezTo>
                  <a:cubicBezTo>
                    <a:pt x="0" y="787"/>
                    <a:pt x="0" y="787"/>
                    <a:pt x="0" y="787"/>
                  </a:cubicBezTo>
                  <a:cubicBezTo>
                    <a:pt x="0" y="353"/>
                    <a:pt x="353" y="0"/>
                    <a:pt x="787" y="0"/>
                  </a:cubicBezTo>
                  <a:cubicBezTo>
                    <a:pt x="1222" y="0"/>
                    <a:pt x="1575" y="353"/>
                    <a:pt x="1575" y="787"/>
                  </a:cubicBezTo>
                  <a:cubicBezTo>
                    <a:pt x="1575" y="2084"/>
                    <a:pt x="1575" y="2084"/>
                    <a:pt x="1575" y="2084"/>
                  </a:cubicBezTo>
                  <a:cubicBezTo>
                    <a:pt x="1575" y="2518"/>
                    <a:pt x="1222" y="2871"/>
                    <a:pt x="787" y="2871"/>
                  </a:cubicBezTo>
                  <a:close/>
                  <a:moveTo>
                    <a:pt x="787" y="12"/>
                  </a:moveTo>
                  <a:cubicBezTo>
                    <a:pt x="360" y="12"/>
                    <a:pt x="12" y="359"/>
                    <a:pt x="12" y="787"/>
                  </a:cubicBezTo>
                  <a:cubicBezTo>
                    <a:pt x="12" y="2084"/>
                    <a:pt x="12" y="2084"/>
                    <a:pt x="12" y="2084"/>
                  </a:cubicBezTo>
                  <a:cubicBezTo>
                    <a:pt x="12" y="2511"/>
                    <a:pt x="360" y="2859"/>
                    <a:pt x="787" y="2859"/>
                  </a:cubicBezTo>
                  <a:cubicBezTo>
                    <a:pt x="787" y="2859"/>
                    <a:pt x="787" y="2859"/>
                    <a:pt x="787" y="2859"/>
                  </a:cubicBezTo>
                  <a:cubicBezTo>
                    <a:pt x="1215" y="2859"/>
                    <a:pt x="1563" y="2511"/>
                    <a:pt x="1563" y="2084"/>
                  </a:cubicBezTo>
                  <a:cubicBezTo>
                    <a:pt x="1563" y="787"/>
                    <a:pt x="1563" y="787"/>
                    <a:pt x="1563" y="787"/>
                  </a:cubicBezTo>
                  <a:cubicBezTo>
                    <a:pt x="1563" y="359"/>
                    <a:pt x="1215" y="12"/>
                    <a:pt x="787" y="1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8" name="Google Shape;38;p20"/>
          <p:cNvGrpSpPr/>
          <p:nvPr/>
        </p:nvGrpSpPr>
        <p:grpSpPr>
          <a:xfrm rot="10800000">
            <a:off x="7257199" y="4338733"/>
            <a:ext cx="64395" cy="1596993"/>
            <a:chOff x="911949" y="-535943"/>
            <a:chExt cx="64395" cy="1596993"/>
          </a:xfrm>
        </p:grpSpPr>
        <p:sp>
          <p:nvSpPr>
            <p:cNvPr id="39" name="Google Shape;39;p20"/>
            <p:cNvSpPr/>
            <p:nvPr/>
          </p:nvSpPr>
          <p:spPr>
            <a:xfrm rot="5400000">
              <a:off x="184246" y="217507"/>
              <a:ext cx="1519800" cy="129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 name="Google Shape;40;p20"/>
            <p:cNvSpPr/>
            <p:nvPr/>
          </p:nvSpPr>
          <p:spPr>
            <a:xfrm rot="5400000">
              <a:off x="888337" y="973043"/>
              <a:ext cx="111618" cy="64395"/>
            </a:xfrm>
            <a:custGeom>
              <a:rect b="b" l="l" r="r" t="t"/>
              <a:pathLst>
                <a:path extrusionOk="0" h="45" w="78">
                  <a:moveTo>
                    <a:pt x="0" y="23"/>
                  </a:moveTo>
                  <a:lnTo>
                    <a:pt x="39" y="0"/>
                  </a:lnTo>
                  <a:lnTo>
                    <a:pt x="78" y="23"/>
                  </a:lnTo>
                  <a:lnTo>
                    <a:pt x="39" y="45"/>
                  </a:lnTo>
                  <a:lnTo>
                    <a:pt x="0" y="2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1" name="Google Shape;41;p20"/>
          <p:cNvGrpSpPr/>
          <p:nvPr/>
        </p:nvGrpSpPr>
        <p:grpSpPr>
          <a:xfrm rot="10800000">
            <a:off x="712974" y="769648"/>
            <a:ext cx="8695857" cy="64402"/>
            <a:chOff x="-182925" y="4544171"/>
            <a:chExt cx="8085408" cy="64395"/>
          </a:xfrm>
        </p:grpSpPr>
        <p:sp>
          <p:nvSpPr>
            <p:cNvPr id="42" name="Google Shape;42;p20"/>
            <p:cNvSpPr/>
            <p:nvPr/>
          </p:nvSpPr>
          <p:spPr>
            <a:xfrm>
              <a:off x="-182925" y="4569918"/>
              <a:ext cx="7989600" cy="129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 name="Google Shape;43;p20"/>
            <p:cNvSpPr/>
            <p:nvPr/>
          </p:nvSpPr>
          <p:spPr>
            <a:xfrm>
              <a:off x="7789434" y="4544171"/>
              <a:ext cx="113049" cy="64395"/>
            </a:xfrm>
            <a:custGeom>
              <a:rect b="b" l="l" r="r" t="t"/>
              <a:pathLst>
                <a:path extrusionOk="0" h="45" w="79">
                  <a:moveTo>
                    <a:pt x="0" y="23"/>
                  </a:moveTo>
                  <a:lnTo>
                    <a:pt x="39" y="0"/>
                  </a:lnTo>
                  <a:lnTo>
                    <a:pt x="79" y="23"/>
                  </a:lnTo>
                  <a:lnTo>
                    <a:pt x="39" y="45"/>
                  </a:lnTo>
                  <a:lnTo>
                    <a:pt x="0" y="2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4" name="Shape 44"/>
        <p:cNvGrpSpPr/>
        <p:nvPr/>
      </p:nvGrpSpPr>
      <p:grpSpPr>
        <a:xfrm>
          <a:off x="0" y="0"/>
          <a:ext cx="0" cy="0"/>
          <a:chOff x="0" y="0"/>
          <a:chExt cx="0" cy="0"/>
        </a:xfrm>
      </p:grpSpPr>
      <p:pic>
        <p:nvPicPr>
          <p:cNvPr id="45" name="Google Shape;45;p21"/>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46" name="Google Shape;46;p2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b="0">
                <a:latin typeface="DM Sans ExtraBold"/>
                <a:ea typeface="DM Sans ExtraBold"/>
                <a:cs typeface="DM Sans ExtraBold"/>
                <a:sym typeface="DM Sans ExtraBo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7" name="Google Shape;47;p21"/>
          <p:cNvSpPr txBox="1"/>
          <p:nvPr>
            <p:ph idx="1" type="subTitle"/>
          </p:nvPr>
        </p:nvSpPr>
        <p:spPr>
          <a:xfrm>
            <a:off x="713225" y="2057075"/>
            <a:ext cx="2305500" cy="572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48" name="Google Shape;48;p21"/>
          <p:cNvSpPr txBox="1"/>
          <p:nvPr>
            <p:ph idx="2" type="subTitle"/>
          </p:nvPr>
        </p:nvSpPr>
        <p:spPr>
          <a:xfrm>
            <a:off x="713225" y="3603302"/>
            <a:ext cx="2305500" cy="572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49" name="Google Shape;49;p21"/>
          <p:cNvSpPr txBox="1"/>
          <p:nvPr>
            <p:ph idx="3" type="subTitle"/>
          </p:nvPr>
        </p:nvSpPr>
        <p:spPr>
          <a:xfrm>
            <a:off x="3419250" y="3603302"/>
            <a:ext cx="2305500" cy="572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50" name="Google Shape;50;p21"/>
          <p:cNvSpPr txBox="1"/>
          <p:nvPr>
            <p:ph idx="4" type="subTitle"/>
          </p:nvPr>
        </p:nvSpPr>
        <p:spPr>
          <a:xfrm>
            <a:off x="3419250" y="2057075"/>
            <a:ext cx="2305500" cy="572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51" name="Google Shape;51;p21"/>
          <p:cNvSpPr txBox="1"/>
          <p:nvPr>
            <p:ph idx="5" type="title"/>
          </p:nvPr>
        </p:nvSpPr>
        <p:spPr>
          <a:xfrm>
            <a:off x="1415375" y="1191725"/>
            <a:ext cx="901200" cy="6168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3000"/>
              <a:buNone/>
              <a:defRPr b="0" sz="2200">
                <a:solidFill>
                  <a:schemeClr val="lt1"/>
                </a:solidFill>
                <a:latin typeface="DM Sans ExtraBold"/>
                <a:ea typeface="DM Sans ExtraBold"/>
                <a:cs typeface="DM Sans ExtraBold"/>
                <a:sym typeface="DM Sans ExtraBold"/>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2" name="Google Shape;52;p21"/>
          <p:cNvSpPr txBox="1"/>
          <p:nvPr>
            <p:ph idx="6" type="title"/>
          </p:nvPr>
        </p:nvSpPr>
        <p:spPr>
          <a:xfrm>
            <a:off x="4121400" y="2738100"/>
            <a:ext cx="901200" cy="6168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3000"/>
              <a:buNone/>
              <a:defRPr b="0" sz="2200">
                <a:solidFill>
                  <a:schemeClr val="lt1"/>
                </a:solidFill>
                <a:latin typeface="DM Sans ExtraBold"/>
                <a:ea typeface="DM Sans ExtraBold"/>
                <a:cs typeface="DM Sans ExtraBold"/>
                <a:sym typeface="DM Sans ExtraBold"/>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3" name="Google Shape;53;p21"/>
          <p:cNvSpPr txBox="1"/>
          <p:nvPr>
            <p:ph idx="7" type="title"/>
          </p:nvPr>
        </p:nvSpPr>
        <p:spPr>
          <a:xfrm>
            <a:off x="1415375" y="2738100"/>
            <a:ext cx="901200" cy="6168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3000"/>
              <a:buNone/>
              <a:defRPr b="0" sz="2200">
                <a:solidFill>
                  <a:schemeClr val="lt1"/>
                </a:solidFill>
                <a:latin typeface="DM Sans ExtraBold"/>
                <a:ea typeface="DM Sans ExtraBold"/>
                <a:cs typeface="DM Sans ExtraBold"/>
                <a:sym typeface="DM Sans ExtraBold"/>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4" name="Google Shape;54;p21"/>
          <p:cNvSpPr txBox="1"/>
          <p:nvPr>
            <p:ph idx="8" type="title"/>
          </p:nvPr>
        </p:nvSpPr>
        <p:spPr>
          <a:xfrm>
            <a:off x="4121400" y="1191725"/>
            <a:ext cx="901200" cy="6168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3000"/>
              <a:buNone/>
              <a:defRPr b="0" sz="2200">
                <a:solidFill>
                  <a:schemeClr val="lt1"/>
                </a:solidFill>
                <a:latin typeface="DM Sans ExtraBold"/>
                <a:ea typeface="DM Sans ExtraBold"/>
                <a:cs typeface="DM Sans ExtraBold"/>
                <a:sym typeface="DM Sans ExtraBold"/>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5" name="Google Shape;55;p21"/>
          <p:cNvSpPr txBox="1"/>
          <p:nvPr>
            <p:ph idx="9" type="subTitle"/>
          </p:nvPr>
        </p:nvSpPr>
        <p:spPr>
          <a:xfrm>
            <a:off x="6125275" y="3603302"/>
            <a:ext cx="2305500" cy="572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56" name="Google Shape;56;p21"/>
          <p:cNvSpPr txBox="1"/>
          <p:nvPr>
            <p:ph idx="13" type="subTitle"/>
          </p:nvPr>
        </p:nvSpPr>
        <p:spPr>
          <a:xfrm>
            <a:off x="6125275" y="2057075"/>
            <a:ext cx="2305500" cy="572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57" name="Google Shape;57;p21"/>
          <p:cNvSpPr txBox="1"/>
          <p:nvPr>
            <p:ph idx="14" type="title"/>
          </p:nvPr>
        </p:nvSpPr>
        <p:spPr>
          <a:xfrm>
            <a:off x="6827425" y="2738100"/>
            <a:ext cx="901200" cy="6168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3000"/>
              <a:buNone/>
              <a:defRPr b="0" sz="2200">
                <a:solidFill>
                  <a:schemeClr val="lt1"/>
                </a:solidFill>
                <a:latin typeface="DM Sans ExtraBold"/>
                <a:ea typeface="DM Sans ExtraBold"/>
                <a:cs typeface="DM Sans ExtraBold"/>
                <a:sym typeface="DM Sans ExtraBold"/>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8" name="Google Shape;58;p21"/>
          <p:cNvSpPr txBox="1"/>
          <p:nvPr>
            <p:ph idx="15" type="title"/>
          </p:nvPr>
        </p:nvSpPr>
        <p:spPr>
          <a:xfrm>
            <a:off x="6827425" y="1191725"/>
            <a:ext cx="901200" cy="6168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3000"/>
              <a:buNone/>
              <a:defRPr b="0" sz="2200">
                <a:solidFill>
                  <a:schemeClr val="lt1"/>
                </a:solidFill>
                <a:latin typeface="DM Sans ExtraBold"/>
                <a:ea typeface="DM Sans ExtraBold"/>
                <a:cs typeface="DM Sans ExtraBold"/>
                <a:sym typeface="DM Sans ExtraBold"/>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9" name="Google Shape;59;p21"/>
          <p:cNvSpPr txBox="1"/>
          <p:nvPr>
            <p:ph idx="16" type="subTitle"/>
          </p:nvPr>
        </p:nvSpPr>
        <p:spPr>
          <a:xfrm>
            <a:off x="713225" y="1775675"/>
            <a:ext cx="2305500" cy="3852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DM Sans"/>
              <a:buNone/>
              <a:defRPr sz="2000">
                <a:latin typeface="DM Sans ExtraBold"/>
                <a:ea typeface="DM Sans ExtraBold"/>
                <a:cs typeface="DM Sans ExtraBold"/>
                <a:sym typeface="DM Sans ExtraBold"/>
              </a:defRPr>
            </a:lvl1pPr>
            <a:lvl2pPr lvl="1"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0" name="Google Shape;60;p21"/>
          <p:cNvSpPr txBox="1"/>
          <p:nvPr>
            <p:ph idx="17" type="subTitle"/>
          </p:nvPr>
        </p:nvSpPr>
        <p:spPr>
          <a:xfrm>
            <a:off x="713225" y="3321898"/>
            <a:ext cx="2305500" cy="3852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DM Sans"/>
              <a:buNone/>
              <a:defRPr sz="2000">
                <a:latin typeface="DM Sans ExtraBold"/>
                <a:ea typeface="DM Sans ExtraBold"/>
                <a:cs typeface="DM Sans ExtraBold"/>
                <a:sym typeface="DM Sans ExtraBold"/>
              </a:defRPr>
            </a:lvl1pPr>
            <a:lvl2pPr lvl="1"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1" name="Google Shape;61;p21"/>
          <p:cNvSpPr txBox="1"/>
          <p:nvPr>
            <p:ph idx="18" type="subTitle"/>
          </p:nvPr>
        </p:nvSpPr>
        <p:spPr>
          <a:xfrm>
            <a:off x="3419250" y="3321898"/>
            <a:ext cx="2305500" cy="3852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DM Sans"/>
              <a:buNone/>
              <a:defRPr sz="2000">
                <a:latin typeface="DM Sans ExtraBold"/>
                <a:ea typeface="DM Sans ExtraBold"/>
                <a:cs typeface="DM Sans ExtraBold"/>
                <a:sym typeface="DM Sans ExtraBold"/>
              </a:defRPr>
            </a:lvl1pPr>
            <a:lvl2pPr lvl="1"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2" name="Google Shape;62;p21"/>
          <p:cNvSpPr txBox="1"/>
          <p:nvPr>
            <p:ph idx="19" type="subTitle"/>
          </p:nvPr>
        </p:nvSpPr>
        <p:spPr>
          <a:xfrm>
            <a:off x="3419250" y="1775675"/>
            <a:ext cx="2305500" cy="3852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DM Sans"/>
              <a:buNone/>
              <a:defRPr sz="2000">
                <a:latin typeface="DM Sans ExtraBold"/>
                <a:ea typeface="DM Sans ExtraBold"/>
                <a:cs typeface="DM Sans ExtraBold"/>
                <a:sym typeface="DM Sans ExtraBold"/>
              </a:defRPr>
            </a:lvl1pPr>
            <a:lvl2pPr lvl="1"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3" name="Google Shape;63;p21"/>
          <p:cNvSpPr txBox="1"/>
          <p:nvPr>
            <p:ph idx="20" type="subTitle"/>
          </p:nvPr>
        </p:nvSpPr>
        <p:spPr>
          <a:xfrm>
            <a:off x="6125275" y="3321898"/>
            <a:ext cx="2305500" cy="3852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DM Sans"/>
              <a:buNone/>
              <a:defRPr sz="2000">
                <a:latin typeface="DM Sans ExtraBold"/>
                <a:ea typeface="DM Sans ExtraBold"/>
                <a:cs typeface="DM Sans ExtraBold"/>
                <a:sym typeface="DM Sans ExtraBold"/>
              </a:defRPr>
            </a:lvl1pPr>
            <a:lvl2pPr lvl="1"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4" name="Google Shape;64;p21"/>
          <p:cNvSpPr txBox="1"/>
          <p:nvPr>
            <p:ph idx="21" type="subTitle"/>
          </p:nvPr>
        </p:nvSpPr>
        <p:spPr>
          <a:xfrm>
            <a:off x="6125275" y="1775675"/>
            <a:ext cx="2305500" cy="3852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DM Sans"/>
              <a:buNone/>
              <a:defRPr sz="2000">
                <a:latin typeface="DM Sans ExtraBold"/>
                <a:ea typeface="DM Sans ExtraBold"/>
                <a:cs typeface="DM Sans ExtraBold"/>
                <a:sym typeface="DM Sans ExtraBold"/>
              </a:defRPr>
            </a:lvl1pPr>
            <a:lvl2pPr lvl="1"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65" name="Google Shape;65;p21"/>
          <p:cNvGrpSpPr/>
          <p:nvPr/>
        </p:nvGrpSpPr>
        <p:grpSpPr>
          <a:xfrm rot="5400000">
            <a:off x="-2432457" y="1770414"/>
            <a:ext cx="5611922" cy="64395"/>
            <a:chOff x="2290561" y="4544171"/>
            <a:chExt cx="5611922" cy="64395"/>
          </a:xfrm>
        </p:grpSpPr>
        <p:sp>
          <p:nvSpPr>
            <p:cNvPr id="66" name="Google Shape;66;p21"/>
            <p:cNvSpPr/>
            <p:nvPr/>
          </p:nvSpPr>
          <p:spPr>
            <a:xfrm>
              <a:off x="2290561" y="4569922"/>
              <a:ext cx="5516100" cy="129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7" name="Google Shape;67;p21"/>
            <p:cNvSpPr/>
            <p:nvPr/>
          </p:nvSpPr>
          <p:spPr>
            <a:xfrm>
              <a:off x="7789434" y="4544171"/>
              <a:ext cx="113049" cy="64395"/>
            </a:xfrm>
            <a:custGeom>
              <a:rect b="b" l="l" r="r" t="t"/>
              <a:pathLst>
                <a:path extrusionOk="0" h="45" w="79">
                  <a:moveTo>
                    <a:pt x="0" y="23"/>
                  </a:moveTo>
                  <a:lnTo>
                    <a:pt x="39" y="0"/>
                  </a:lnTo>
                  <a:lnTo>
                    <a:pt x="79" y="23"/>
                  </a:lnTo>
                  <a:lnTo>
                    <a:pt x="39" y="45"/>
                  </a:lnTo>
                  <a:lnTo>
                    <a:pt x="0" y="2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68" name="Google Shape;68;p21"/>
          <p:cNvSpPr/>
          <p:nvPr/>
        </p:nvSpPr>
        <p:spPr>
          <a:xfrm rot="5400000">
            <a:off x="-370272" y="3596151"/>
            <a:ext cx="2452727" cy="4477588"/>
          </a:xfrm>
          <a:custGeom>
            <a:rect b="b" l="l" r="r" t="t"/>
            <a:pathLst>
              <a:path extrusionOk="0" h="4183" w="2292">
                <a:moveTo>
                  <a:pt x="1146" y="4183"/>
                </a:moveTo>
                <a:cubicBezTo>
                  <a:pt x="840" y="4183"/>
                  <a:pt x="552" y="4064"/>
                  <a:pt x="336" y="3847"/>
                </a:cubicBezTo>
                <a:cubicBezTo>
                  <a:pt x="119" y="3631"/>
                  <a:pt x="0" y="3343"/>
                  <a:pt x="0" y="3037"/>
                </a:cubicBezTo>
                <a:cubicBezTo>
                  <a:pt x="0" y="1145"/>
                  <a:pt x="0" y="1145"/>
                  <a:pt x="0" y="1145"/>
                </a:cubicBezTo>
                <a:cubicBezTo>
                  <a:pt x="0" y="839"/>
                  <a:pt x="119" y="552"/>
                  <a:pt x="336" y="335"/>
                </a:cubicBezTo>
                <a:cubicBezTo>
                  <a:pt x="552" y="119"/>
                  <a:pt x="840" y="0"/>
                  <a:pt x="1146" y="0"/>
                </a:cubicBezTo>
                <a:cubicBezTo>
                  <a:pt x="1452" y="0"/>
                  <a:pt x="1740" y="119"/>
                  <a:pt x="1956" y="335"/>
                </a:cubicBezTo>
                <a:cubicBezTo>
                  <a:pt x="2173" y="552"/>
                  <a:pt x="2292" y="839"/>
                  <a:pt x="2292" y="1145"/>
                </a:cubicBezTo>
                <a:cubicBezTo>
                  <a:pt x="2292" y="3037"/>
                  <a:pt x="2292" y="3037"/>
                  <a:pt x="2292" y="3037"/>
                </a:cubicBezTo>
                <a:cubicBezTo>
                  <a:pt x="2292" y="3343"/>
                  <a:pt x="2173" y="3631"/>
                  <a:pt x="1956" y="3847"/>
                </a:cubicBezTo>
                <a:cubicBezTo>
                  <a:pt x="1740" y="4064"/>
                  <a:pt x="1452" y="4183"/>
                  <a:pt x="1146" y="4183"/>
                </a:cubicBezTo>
                <a:close/>
                <a:moveTo>
                  <a:pt x="1146" y="12"/>
                </a:moveTo>
                <a:cubicBezTo>
                  <a:pt x="521" y="12"/>
                  <a:pt x="12" y="520"/>
                  <a:pt x="12" y="1145"/>
                </a:cubicBezTo>
                <a:cubicBezTo>
                  <a:pt x="12" y="3037"/>
                  <a:pt x="12" y="3037"/>
                  <a:pt x="12" y="3037"/>
                </a:cubicBezTo>
                <a:cubicBezTo>
                  <a:pt x="12" y="3662"/>
                  <a:pt x="521" y="4171"/>
                  <a:pt x="1146" y="4171"/>
                </a:cubicBezTo>
                <a:cubicBezTo>
                  <a:pt x="1146" y="4171"/>
                  <a:pt x="1146" y="4171"/>
                  <a:pt x="1146" y="4171"/>
                </a:cubicBezTo>
                <a:cubicBezTo>
                  <a:pt x="1771" y="4171"/>
                  <a:pt x="2280" y="3662"/>
                  <a:pt x="2280" y="3037"/>
                </a:cubicBezTo>
                <a:cubicBezTo>
                  <a:pt x="2280" y="1145"/>
                  <a:pt x="2280" y="1145"/>
                  <a:pt x="2280" y="1145"/>
                </a:cubicBezTo>
                <a:cubicBezTo>
                  <a:pt x="2280" y="520"/>
                  <a:pt x="1771" y="12"/>
                  <a:pt x="1146" y="1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
  <p:cSld name="CUSTOM_6_1">
    <p:spTree>
      <p:nvGrpSpPr>
        <p:cNvPr id="69" name="Shape 69"/>
        <p:cNvGrpSpPr/>
        <p:nvPr/>
      </p:nvGrpSpPr>
      <p:grpSpPr>
        <a:xfrm>
          <a:off x="0" y="0"/>
          <a:ext cx="0" cy="0"/>
          <a:chOff x="0" y="0"/>
          <a:chExt cx="0" cy="0"/>
        </a:xfrm>
      </p:grpSpPr>
      <p:pic>
        <p:nvPicPr>
          <p:cNvPr id="70" name="Google Shape;70;p2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71" name="Google Shape;71;p2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b="0">
                <a:latin typeface="DM Sans ExtraBold"/>
                <a:ea typeface="DM Sans ExtraBold"/>
                <a:cs typeface="DM Sans ExtraBold"/>
                <a:sym typeface="DM Sans ExtraBo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2" name="Google Shape;72;p22"/>
          <p:cNvSpPr txBox="1"/>
          <p:nvPr>
            <p:ph idx="1" type="subTitle"/>
          </p:nvPr>
        </p:nvSpPr>
        <p:spPr>
          <a:xfrm>
            <a:off x="720025" y="1645617"/>
            <a:ext cx="7704000" cy="530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73" name="Google Shape;73;p22"/>
          <p:cNvSpPr txBox="1"/>
          <p:nvPr>
            <p:ph idx="2" type="subTitle"/>
          </p:nvPr>
        </p:nvSpPr>
        <p:spPr>
          <a:xfrm>
            <a:off x="720025" y="2767309"/>
            <a:ext cx="77040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74" name="Google Shape;74;p22"/>
          <p:cNvSpPr txBox="1"/>
          <p:nvPr>
            <p:ph idx="3" type="subTitle"/>
          </p:nvPr>
        </p:nvSpPr>
        <p:spPr>
          <a:xfrm>
            <a:off x="720025" y="3886300"/>
            <a:ext cx="77040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75" name="Google Shape;75;p22"/>
          <p:cNvSpPr txBox="1"/>
          <p:nvPr>
            <p:ph idx="4" type="subTitle"/>
          </p:nvPr>
        </p:nvSpPr>
        <p:spPr>
          <a:xfrm>
            <a:off x="720025" y="1232826"/>
            <a:ext cx="7704000" cy="5304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000">
                <a:latin typeface="DM Sans ExtraBold"/>
                <a:ea typeface="DM Sans ExtraBold"/>
                <a:cs typeface="DM Sans ExtraBold"/>
                <a:sym typeface="DM Sans ExtraBold"/>
              </a:defRPr>
            </a:lvl1pPr>
            <a:lvl2pPr lvl="1" algn="l">
              <a:lnSpc>
                <a:spcPct val="115000"/>
              </a:lnSpc>
              <a:spcBef>
                <a:spcPts val="0"/>
              </a:spcBef>
              <a:spcAft>
                <a:spcPts val="0"/>
              </a:spcAft>
              <a:buSzPts val="2400"/>
              <a:buFont typeface="DM Sans"/>
              <a:buNone/>
              <a:defRPr b="1" sz="2400">
                <a:latin typeface="DM Sans"/>
                <a:ea typeface="DM Sans"/>
                <a:cs typeface="DM Sans"/>
                <a:sym typeface="DM Sans"/>
              </a:defRPr>
            </a:lvl2pPr>
            <a:lvl3pPr lvl="2" algn="l">
              <a:lnSpc>
                <a:spcPct val="115000"/>
              </a:lnSpc>
              <a:spcBef>
                <a:spcPts val="0"/>
              </a:spcBef>
              <a:spcAft>
                <a:spcPts val="0"/>
              </a:spcAft>
              <a:buSzPts val="2400"/>
              <a:buFont typeface="DM Sans"/>
              <a:buNone/>
              <a:defRPr b="1" sz="2400">
                <a:latin typeface="DM Sans"/>
                <a:ea typeface="DM Sans"/>
                <a:cs typeface="DM Sans"/>
                <a:sym typeface="DM Sans"/>
              </a:defRPr>
            </a:lvl3pPr>
            <a:lvl4pPr lvl="3" algn="l">
              <a:lnSpc>
                <a:spcPct val="115000"/>
              </a:lnSpc>
              <a:spcBef>
                <a:spcPts val="0"/>
              </a:spcBef>
              <a:spcAft>
                <a:spcPts val="0"/>
              </a:spcAft>
              <a:buSzPts val="2400"/>
              <a:buFont typeface="DM Sans"/>
              <a:buNone/>
              <a:defRPr b="1" sz="2400">
                <a:latin typeface="DM Sans"/>
                <a:ea typeface="DM Sans"/>
                <a:cs typeface="DM Sans"/>
                <a:sym typeface="DM Sans"/>
              </a:defRPr>
            </a:lvl4pPr>
            <a:lvl5pPr lvl="4" algn="l">
              <a:lnSpc>
                <a:spcPct val="115000"/>
              </a:lnSpc>
              <a:spcBef>
                <a:spcPts val="0"/>
              </a:spcBef>
              <a:spcAft>
                <a:spcPts val="0"/>
              </a:spcAft>
              <a:buSzPts val="2400"/>
              <a:buFont typeface="DM Sans"/>
              <a:buNone/>
              <a:defRPr b="1" sz="2400">
                <a:latin typeface="DM Sans"/>
                <a:ea typeface="DM Sans"/>
                <a:cs typeface="DM Sans"/>
                <a:sym typeface="DM Sans"/>
              </a:defRPr>
            </a:lvl5pPr>
            <a:lvl6pPr lvl="5" algn="l">
              <a:lnSpc>
                <a:spcPct val="115000"/>
              </a:lnSpc>
              <a:spcBef>
                <a:spcPts val="0"/>
              </a:spcBef>
              <a:spcAft>
                <a:spcPts val="0"/>
              </a:spcAft>
              <a:buSzPts val="2400"/>
              <a:buFont typeface="DM Sans"/>
              <a:buNone/>
              <a:defRPr b="1" sz="2400">
                <a:latin typeface="DM Sans"/>
                <a:ea typeface="DM Sans"/>
                <a:cs typeface="DM Sans"/>
                <a:sym typeface="DM Sans"/>
              </a:defRPr>
            </a:lvl6pPr>
            <a:lvl7pPr lvl="6" algn="l">
              <a:lnSpc>
                <a:spcPct val="115000"/>
              </a:lnSpc>
              <a:spcBef>
                <a:spcPts val="0"/>
              </a:spcBef>
              <a:spcAft>
                <a:spcPts val="0"/>
              </a:spcAft>
              <a:buSzPts val="2400"/>
              <a:buFont typeface="DM Sans"/>
              <a:buNone/>
              <a:defRPr b="1" sz="2400">
                <a:latin typeface="DM Sans"/>
                <a:ea typeface="DM Sans"/>
                <a:cs typeface="DM Sans"/>
                <a:sym typeface="DM Sans"/>
              </a:defRPr>
            </a:lvl7pPr>
            <a:lvl8pPr lvl="7" algn="l">
              <a:lnSpc>
                <a:spcPct val="115000"/>
              </a:lnSpc>
              <a:spcBef>
                <a:spcPts val="0"/>
              </a:spcBef>
              <a:spcAft>
                <a:spcPts val="0"/>
              </a:spcAft>
              <a:buSzPts val="2400"/>
              <a:buFont typeface="DM Sans"/>
              <a:buNone/>
              <a:defRPr b="1" sz="2400">
                <a:latin typeface="DM Sans"/>
                <a:ea typeface="DM Sans"/>
                <a:cs typeface="DM Sans"/>
                <a:sym typeface="DM Sans"/>
              </a:defRPr>
            </a:lvl8pPr>
            <a:lvl9pPr lvl="8" algn="l">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76" name="Google Shape;76;p22"/>
          <p:cNvSpPr txBox="1"/>
          <p:nvPr>
            <p:ph idx="5" type="subTitle"/>
          </p:nvPr>
        </p:nvSpPr>
        <p:spPr>
          <a:xfrm>
            <a:off x="720025" y="2353075"/>
            <a:ext cx="7704000" cy="5277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000">
                <a:latin typeface="DM Sans ExtraBold"/>
                <a:ea typeface="DM Sans ExtraBold"/>
                <a:cs typeface="DM Sans ExtraBold"/>
                <a:sym typeface="DM Sans ExtraBold"/>
              </a:defRPr>
            </a:lvl1pPr>
            <a:lvl2pPr lvl="1" algn="l">
              <a:lnSpc>
                <a:spcPct val="115000"/>
              </a:lnSpc>
              <a:spcBef>
                <a:spcPts val="0"/>
              </a:spcBef>
              <a:spcAft>
                <a:spcPts val="0"/>
              </a:spcAft>
              <a:buSzPts val="2400"/>
              <a:buFont typeface="DM Sans"/>
              <a:buNone/>
              <a:defRPr b="1" sz="2400">
                <a:latin typeface="DM Sans"/>
                <a:ea typeface="DM Sans"/>
                <a:cs typeface="DM Sans"/>
                <a:sym typeface="DM Sans"/>
              </a:defRPr>
            </a:lvl2pPr>
            <a:lvl3pPr lvl="2" algn="l">
              <a:lnSpc>
                <a:spcPct val="115000"/>
              </a:lnSpc>
              <a:spcBef>
                <a:spcPts val="0"/>
              </a:spcBef>
              <a:spcAft>
                <a:spcPts val="0"/>
              </a:spcAft>
              <a:buSzPts val="2400"/>
              <a:buFont typeface="DM Sans"/>
              <a:buNone/>
              <a:defRPr b="1" sz="2400">
                <a:latin typeface="DM Sans"/>
                <a:ea typeface="DM Sans"/>
                <a:cs typeface="DM Sans"/>
                <a:sym typeface="DM Sans"/>
              </a:defRPr>
            </a:lvl3pPr>
            <a:lvl4pPr lvl="3" algn="l">
              <a:lnSpc>
                <a:spcPct val="115000"/>
              </a:lnSpc>
              <a:spcBef>
                <a:spcPts val="0"/>
              </a:spcBef>
              <a:spcAft>
                <a:spcPts val="0"/>
              </a:spcAft>
              <a:buSzPts val="2400"/>
              <a:buFont typeface="DM Sans"/>
              <a:buNone/>
              <a:defRPr b="1" sz="2400">
                <a:latin typeface="DM Sans"/>
                <a:ea typeface="DM Sans"/>
                <a:cs typeface="DM Sans"/>
                <a:sym typeface="DM Sans"/>
              </a:defRPr>
            </a:lvl4pPr>
            <a:lvl5pPr lvl="4" algn="l">
              <a:lnSpc>
                <a:spcPct val="115000"/>
              </a:lnSpc>
              <a:spcBef>
                <a:spcPts val="0"/>
              </a:spcBef>
              <a:spcAft>
                <a:spcPts val="0"/>
              </a:spcAft>
              <a:buSzPts val="2400"/>
              <a:buFont typeface="DM Sans"/>
              <a:buNone/>
              <a:defRPr b="1" sz="2400">
                <a:latin typeface="DM Sans"/>
                <a:ea typeface="DM Sans"/>
                <a:cs typeface="DM Sans"/>
                <a:sym typeface="DM Sans"/>
              </a:defRPr>
            </a:lvl5pPr>
            <a:lvl6pPr lvl="5" algn="l">
              <a:lnSpc>
                <a:spcPct val="115000"/>
              </a:lnSpc>
              <a:spcBef>
                <a:spcPts val="0"/>
              </a:spcBef>
              <a:spcAft>
                <a:spcPts val="0"/>
              </a:spcAft>
              <a:buSzPts val="2400"/>
              <a:buFont typeface="DM Sans"/>
              <a:buNone/>
              <a:defRPr b="1" sz="2400">
                <a:latin typeface="DM Sans"/>
                <a:ea typeface="DM Sans"/>
                <a:cs typeface="DM Sans"/>
                <a:sym typeface="DM Sans"/>
              </a:defRPr>
            </a:lvl6pPr>
            <a:lvl7pPr lvl="6" algn="l">
              <a:lnSpc>
                <a:spcPct val="115000"/>
              </a:lnSpc>
              <a:spcBef>
                <a:spcPts val="0"/>
              </a:spcBef>
              <a:spcAft>
                <a:spcPts val="0"/>
              </a:spcAft>
              <a:buSzPts val="2400"/>
              <a:buFont typeface="DM Sans"/>
              <a:buNone/>
              <a:defRPr b="1" sz="2400">
                <a:latin typeface="DM Sans"/>
                <a:ea typeface="DM Sans"/>
                <a:cs typeface="DM Sans"/>
                <a:sym typeface="DM Sans"/>
              </a:defRPr>
            </a:lvl7pPr>
            <a:lvl8pPr lvl="7" algn="l">
              <a:lnSpc>
                <a:spcPct val="115000"/>
              </a:lnSpc>
              <a:spcBef>
                <a:spcPts val="0"/>
              </a:spcBef>
              <a:spcAft>
                <a:spcPts val="0"/>
              </a:spcAft>
              <a:buSzPts val="2400"/>
              <a:buFont typeface="DM Sans"/>
              <a:buNone/>
              <a:defRPr b="1" sz="2400">
                <a:latin typeface="DM Sans"/>
                <a:ea typeface="DM Sans"/>
                <a:cs typeface="DM Sans"/>
                <a:sym typeface="DM Sans"/>
              </a:defRPr>
            </a:lvl8pPr>
            <a:lvl9pPr lvl="8" algn="l">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77" name="Google Shape;77;p22"/>
          <p:cNvSpPr txBox="1"/>
          <p:nvPr>
            <p:ph idx="6" type="subTitle"/>
          </p:nvPr>
        </p:nvSpPr>
        <p:spPr>
          <a:xfrm>
            <a:off x="720025" y="3470625"/>
            <a:ext cx="7704000" cy="5277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000">
                <a:latin typeface="DM Sans ExtraBold"/>
                <a:ea typeface="DM Sans ExtraBold"/>
                <a:cs typeface="DM Sans ExtraBold"/>
                <a:sym typeface="DM Sans ExtraBold"/>
              </a:defRPr>
            </a:lvl1pPr>
            <a:lvl2pPr lvl="1" algn="l">
              <a:lnSpc>
                <a:spcPct val="115000"/>
              </a:lnSpc>
              <a:spcBef>
                <a:spcPts val="0"/>
              </a:spcBef>
              <a:spcAft>
                <a:spcPts val="0"/>
              </a:spcAft>
              <a:buSzPts val="2400"/>
              <a:buFont typeface="DM Sans"/>
              <a:buNone/>
              <a:defRPr b="1" sz="2400">
                <a:latin typeface="DM Sans"/>
                <a:ea typeface="DM Sans"/>
                <a:cs typeface="DM Sans"/>
                <a:sym typeface="DM Sans"/>
              </a:defRPr>
            </a:lvl2pPr>
            <a:lvl3pPr lvl="2" algn="l">
              <a:lnSpc>
                <a:spcPct val="115000"/>
              </a:lnSpc>
              <a:spcBef>
                <a:spcPts val="0"/>
              </a:spcBef>
              <a:spcAft>
                <a:spcPts val="0"/>
              </a:spcAft>
              <a:buSzPts val="2400"/>
              <a:buFont typeface="DM Sans"/>
              <a:buNone/>
              <a:defRPr b="1" sz="2400">
                <a:latin typeface="DM Sans"/>
                <a:ea typeface="DM Sans"/>
                <a:cs typeface="DM Sans"/>
                <a:sym typeface="DM Sans"/>
              </a:defRPr>
            </a:lvl3pPr>
            <a:lvl4pPr lvl="3" algn="l">
              <a:lnSpc>
                <a:spcPct val="115000"/>
              </a:lnSpc>
              <a:spcBef>
                <a:spcPts val="0"/>
              </a:spcBef>
              <a:spcAft>
                <a:spcPts val="0"/>
              </a:spcAft>
              <a:buSzPts val="2400"/>
              <a:buFont typeface="DM Sans"/>
              <a:buNone/>
              <a:defRPr b="1" sz="2400">
                <a:latin typeface="DM Sans"/>
                <a:ea typeface="DM Sans"/>
                <a:cs typeface="DM Sans"/>
                <a:sym typeface="DM Sans"/>
              </a:defRPr>
            </a:lvl4pPr>
            <a:lvl5pPr lvl="4" algn="l">
              <a:lnSpc>
                <a:spcPct val="115000"/>
              </a:lnSpc>
              <a:spcBef>
                <a:spcPts val="0"/>
              </a:spcBef>
              <a:spcAft>
                <a:spcPts val="0"/>
              </a:spcAft>
              <a:buSzPts val="2400"/>
              <a:buFont typeface="DM Sans"/>
              <a:buNone/>
              <a:defRPr b="1" sz="2400">
                <a:latin typeface="DM Sans"/>
                <a:ea typeface="DM Sans"/>
                <a:cs typeface="DM Sans"/>
                <a:sym typeface="DM Sans"/>
              </a:defRPr>
            </a:lvl5pPr>
            <a:lvl6pPr lvl="5" algn="l">
              <a:lnSpc>
                <a:spcPct val="115000"/>
              </a:lnSpc>
              <a:spcBef>
                <a:spcPts val="0"/>
              </a:spcBef>
              <a:spcAft>
                <a:spcPts val="0"/>
              </a:spcAft>
              <a:buSzPts val="2400"/>
              <a:buFont typeface="DM Sans"/>
              <a:buNone/>
              <a:defRPr b="1" sz="2400">
                <a:latin typeface="DM Sans"/>
                <a:ea typeface="DM Sans"/>
                <a:cs typeface="DM Sans"/>
                <a:sym typeface="DM Sans"/>
              </a:defRPr>
            </a:lvl6pPr>
            <a:lvl7pPr lvl="6" algn="l">
              <a:lnSpc>
                <a:spcPct val="115000"/>
              </a:lnSpc>
              <a:spcBef>
                <a:spcPts val="0"/>
              </a:spcBef>
              <a:spcAft>
                <a:spcPts val="0"/>
              </a:spcAft>
              <a:buSzPts val="2400"/>
              <a:buFont typeface="DM Sans"/>
              <a:buNone/>
              <a:defRPr b="1" sz="2400">
                <a:latin typeface="DM Sans"/>
                <a:ea typeface="DM Sans"/>
                <a:cs typeface="DM Sans"/>
                <a:sym typeface="DM Sans"/>
              </a:defRPr>
            </a:lvl7pPr>
            <a:lvl8pPr lvl="7" algn="l">
              <a:lnSpc>
                <a:spcPct val="115000"/>
              </a:lnSpc>
              <a:spcBef>
                <a:spcPts val="0"/>
              </a:spcBef>
              <a:spcAft>
                <a:spcPts val="0"/>
              </a:spcAft>
              <a:buSzPts val="2400"/>
              <a:buFont typeface="DM Sans"/>
              <a:buNone/>
              <a:defRPr b="1" sz="2400">
                <a:latin typeface="DM Sans"/>
                <a:ea typeface="DM Sans"/>
                <a:cs typeface="DM Sans"/>
                <a:sym typeface="DM Sans"/>
              </a:defRPr>
            </a:lvl8pPr>
            <a:lvl9pPr lvl="8" algn="l">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78" name="Google Shape;78;p22"/>
          <p:cNvSpPr/>
          <p:nvPr/>
        </p:nvSpPr>
        <p:spPr>
          <a:xfrm>
            <a:off x="8676293" y="2237651"/>
            <a:ext cx="1343707" cy="4477588"/>
          </a:xfrm>
          <a:custGeom>
            <a:rect b="b" l="l" r="r" t="t"/>
            <a:pathLst>
              <a:path extrusionOk="0" h="4183" w="1255">
                <a:moveTo>
                  <a:pt x="627" y="4183"/>
                </a:moveTo>
                <a:cubicBezTo>
                  <a:pt x="281" y="4183"/>
                  <a:pt x="0" y="3901"/>
                  <a:pt x="0" y="3555"/>
                </a:cubicBezTo>
                <a:cubicBezTo>
                  <a:pt x="0" y="627"/>
                  <a:pt x="0" y="627"/>
                  <a:pt x="0" y="627"/>
                </a:cubicBezTo>
                <a:cubicBezTo>
                  <a:pt x="0" y="281"/>
                  <a:pt x="281" y="0"/>
                  <a:pt x="627" y="0"/>
                </a:cubicBezTo>
                <a:cubicBezTo>
                  <a:pt x="973" y="0"/>
                  <a:pt x="1255" y="281"/>
                  <a:pt x="1255" y="627"/>
                </a:cubicBezTo>
                <a:cubicBezTo>
                  <a:pt x="1255" y="3555"/>
                  <a:pt x="1255" y="3555"/>
                  <a:pt x="1255" y="3555"/>
                </a:cubicBezTo>
                <a:cubicBezTo>
                  <a:pt x="1255" y="3901"/>
                  <a:pt x="973" y="4183"/>
                  <a:pt x="627" y="4183"/>
                </a:cubicBezTo>
                <a:close/>
                <a:moveTo>
                  <a:pt x="627" y="12"/>
                </a:moveTo>
                <a:cubicBezTo>
                  <a:pt x="288" y="12"/>
                  <a:pt x="12" y="288"/>
                  <a:pt x="12" y="627"/>
                </a:cubicBezTo>
                <a:cubicBezTo>
                  <a:pt x="12" y="3555"/>
                  <a:pt x="12" y="3555"/>
                  <a:pt x="12" y="3555"/>
                </a:cubicBezTo>
                <a:cubicBezTo>
                  <a:pt x="12" y="3895"/>
                  <a:pt x="288" y="4171"/>
                  <a:pt x="627" y="4171"/>
                </a:cubicBezTo>
                <a:cubicBezTo>
                  <a:pt x="967" y="4171"/>
                  <a:pt x="1243" y="3895"/>
                  <a:pt x="1243" y="3555"/>
                </a:cubicBezTo>
                <a:cubicBezTo>
                  <a:pt x="1243" y="627"/>
                  <a:pt x="1243" y="627"/>
                  <a:pt x="1243" y="627"/>
                </a:cubicBezTo>
                <a:cubicBezTo>
                  <a:pt x="1243" y="288"/>
                  <a:pt x="967" y="12"/>
                  <a:pt x="627" y="1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79" name="Google Shape;79;p22"/>
          <p:cNvGrpSpPr/>
          <p:nvPr/>
        </p:nvGrpSpPr>
        <p:grpSpPr>
          <a:xfrm rot="5400000">
            <a:off x="9454499" y="3167632"/>
            <a:ext cx="64395" cy="1596992"/>
            <a:chOff x="911949" y="-535943"/>
            <a:chExt cx="64395" cy="1596993"/>
          </a:xfrm>
        </p:grpSpPr>
        <p:sp>
          <p:nvSpPr>
            <p:cNvPr id="80" name="Google Shape;80;p22"/>
            <p:cNvSpPr/>
            <p:nvPr/>
          </p:nvSpPr>
          <p:spPr>
            <a:xfrm rot="5400000">
              <a:off x="184246" y="217507"/>
              <a:ext cx="1519800" cy="129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1" name="Google Shape;81;p22"/>
            <p:cNvSpPr/>
            <p:nvPr/>
          </p:nvSpPr>
          <p:spPr>
            <a:xfrm rot="5400000">
              <a:off x="888337" y="973043"/>
              <a:ext cx="111618" cy="64395"/>
            </a:xfrm>
            <a:custGeom>
              <a:rect b="b" l="l" r="r" t="t"/>
              <a:pathLst>
                <a:path extrusionOk="0" h="45" w="78">
                  <a:moveTo>
                    <a:pt x="0" y="23"/>
                  </a:moveTo>
                  <a:lnTo>
                    <a:pt x="39" y="0"/>
                  </a:lnTo>
                  <a:lnTo>
                    <a:pt x="78" y="23"/>
                  </a:lnTo>
                  <a:lnTo>
                    <a:pt x="39" y="45"/>
                  </a:lnTo>
                  <a:lnTo>
                    <a:pt x="0" y="2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82" name="Shape 82"/>
        <p:cNvGrpSpPr/>
        <p:nvPr/>
      </p:nvGrpSpPr>
      <p:grpSpPr>
        <a:xfrm>
          <a:off x="0" y="0"/>
          <a:ext cx="0" cy="0"/>
          <a:chOff x="0" y="0"/>
          <a:chExt cx="0" cy="0"/>
        </a:xfrm>
      </p:grpSpPr>
      <p:pic>
        <p:nvPicPr>
          <p:cNvPr id="83" name="Google Shape;83;p23"/>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84" name="Google Shape;84;p23"/>
          <p:cNvSpPr txBox="1"/>
          <p:nvPr>
            <p:ph type="title"/>
          </p:nvPr>
        </p:nvSpPr>
        <p:spPr>
          <a:xfrm>
            <a:off x="1134950" y="896900"/>
            <a:ext cx="3519600" cy="1473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5" name="Google Shape;85;p23"/>
          <p:cNvSpPr txBox="1"/>
          <p:nvPr>
            <p:ph idx="1" type="subTitle"/>
          </p:nvPr>
        </p:nvSpPr>
        <p:spPr>
          <a:xfrm>
            <a:off x="1134950" y="2370225"/>
            <a:ext cx="3519600" cy="1116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6" name="Google Shape;86;p23"/>
          <p:cNvSpPr/>
          <p:nvPr>
            <p:ph idx="2" type="pic"/>
          </p:nvPr>
        </p:nvSpPr>
        <p:spPr>
          <a:xfrm>
            <a:off x="5112775" y="533863"/>
            <a:ext cx="2910000" cy="4075800"/>
          </a:xfrm>
          <a:prstGeom prst="rect">
            <a:avLst/>
          </a:prstGeom>
          <a:noFill/>
          <a:ln>
            <a:noFill/>
          </a:ln>
        </p:spPr>
      </p:sp>
      <p:grpSp>
        <p:nvGrpSpPr>
          <p:cNvPr id="87" name="Google Shape;87;p23"/>
          <p:cNvGrpSpPr/>
          <p:nvPr/>
        </p:nvGrpSpPr>
        <p:grpSpPr>
          <a:xfrm rot="5400000">
            <a:off x="-4082112" y="651583"/>
            <a:ext cx="8912413" cy="71438"/>
            <a:chOff x="-2308750" y="4879233"/>
            <a:chExt cx="8912413" cy="71438"/>
          </a:xfrm>
        </p:grpSpPr>
        <p:sp>
          <p:nvSpPr>
            <p:cNvPr id="88" name="Google Shape;88;p23"/>
            <p:cNvSpPr/>
            <p:nvPr/>
          </p:nvSpPr>
          <p:spPr>
            <a:xfrm>
              <a:off x="-2308750" y="4907750"/>
              <a:ext cx="8876100" cy="14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9" name="Google Shape;89;p23"/>
            <p:cNvSpPr/>
            <p:nvPr/>
          </p:nvSpPr>
          <p:spPr>
            <a:xfrm>
              <a:off x="6478250" y="4879233"/>
              <a:ext cx="125413" cy="71438"/>
            </a:xfrm>
            <a:custGeom>
              <a:rect b="b" l="l" r="r" t="t"/>
              <a:pathLst>
                <a:path extrusionOk="0" h="45" w="79">
                  <a:moveTo>
                    <a:pt x="0" y="23"/>
                  </a:moveTo>
                  <a:lnTo>
                    <a:pt x="39" y="0"/>
                  </a:lnTo>
                  <a:lnTo>
                    <a:pt x="79" y="23"/>
                  </a:lnTo>
                  <a:lnTo>
                    <a:pt x="39" y="45"/>
                  </a:lnTo>
                  <a:lnTo>
                    <a:pt x="0" y="2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0" name="Google Shape;90;p23"/>
            <p:cNvSpPr/>
            <p:nvPr/>
          </p:nvSpPr>
          <p:spPr>
            <a:xfrm>
              <a:off x="6478250" y="4879233"/>
              <a:ext cx="125413" cy="71438"/>
            </a:xfrm>
            <a:custGeom>
              <a:rect b="b" l="l" r="r" t="t"/>
              <a:pathLst>
                <a:path extrusionOk="0" h="45" w="79">
                  <a:moveTo>
                    <a:pt x="0" y="23"/>
                  </a:moveTo>
                  <a:lnTo>
                    <a:pt x="39" y="0"/>
                  </a:lnTo>
                  <a:lnTo>
                    <a:pt x="79" y="23"/>
                  </a:lnTo>
                  <a:lnTo>
                    <a:pt x="39" y="45"/>
                  </a:lnTo>
                  <a:lnTo>
                    <a:pt x="0" y="23"/>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1" name="Google Shape;91;p23"/>
          <p:cNvGrpSpPr/>
          <p:nvPr/>
        </p:nvGrpSpPr>
        <p:grpSpPr>
          <a:xfrm>
            <a:off x="-3158952" y="-2761668"/>
            <a:ext cx="14310715" cy="8500853"/>
            <a:chOff x="-3158952" y="-2761668"/>
            <a:chExt cx="14310715" cy="8500853"/>
          </a:xfrm>
        </p:grpSpPr>
        <p:sp>
          <p:nvSpPr>
            <p:cNvPr id="92" name="Google Shape;92;p23"/>
            <p:cNvSpPr/>
            <p:nvPr/>
          </p:nvSpPr>
          <p:spPr>
            <a:xfrm rot="-5400000">
              <a:off x="-1420638" y="2510207"/>
              <a:ext cx="1490664" cy="4967292"/>
            </a:xfrm>
            <a:custGeom>
              <a:rect b="b" l="l" r="r" t="t"/>
              <a:pathLst>
                <a:path extrusionOk="0" h="4183" w="1255">
                  <a:moveTo>
                    <a:pt x="627" y="4183"/>
                  </a:moveTo>
                  <a:cubicBezTo>
                    <a:pt x="281" y="4183"/>
                    <a:pt x="0" y="3901"/>
                    <a:pt x="0" y="3555"/>
                  </a:cubicBezTo>
                  <a:cubicBezTo>
                    <a:pt x="0" y="627"/>
                    <a:pt x="0" y="627"/>
                    <a:pt x="0" y="627"/>
                  </a:cubicBezTo>
                  <a:cubicBezTo>
                    <a:pt x="0" y="281"/>
                    <a:pt x="281" y="0"/>
                    <a:pt x="627" y="0"/>
                  </a:cubicBezTo>
                  <a:cubicBezTo>
                    <a:pt x="973" y="0"/>
                    <a:pt x="1255" y="281"/>
                    <a:pt x="1255" y="627"/>
                  </a:cubicBezTo>
                  <a:cubicBezTo>
                    <a:pt x="1255" y="3555"/>
                    <a:pt x="1255" y="3555"/>
                    <a:pt x="1255" y="3555"/>
                  </a:cubicBezTo>
                  <a:cubicBezTo>
                    <a:pt x="1255" y="3901"/>
                    <a:pt x="973" y="4183"/>
                    <a:pt x="627" y="4183"/>
                  </a:cubicBezTo>
                  <a:close/>
                  <a:moveTo>
                    <a:pt x="627" y="12"/>
                  </a:moveTo>
                  <a:cubicBezTo>
                    <a:pt x="288" y="12"/>
                    <a:pt x="12" y="288"/>
                    <a:pt x="12" y="627"/>
                  </a:cubicBezTo>
                  <a:cubicBezTo>
                    <a:pt x="12" y="3555"/>
                    <a:pt x="12" y="3555"/>
                    <a:pt x="12" y="3555"/>
                  </a:cubicBezTo>
                  <a:cubicBezTo>
                    <a:pt x="12" y="3895"/>
                    <a:pt x="288" y="4171"/>
                    <a:pt x="627" y="4171"/>
                  </a:cubicBezTo>
                  <a:cubicBezTo>
                    <a:pt x="967" y="4171"/>
                    <a:pt x="1243" y="3895"/>
                    <a:pt x="1243" y="3555"/>
                  </a:cubicBezTo>
                  <a:cubicBezTo>
                    <a:pt x="1243" y="627"/>
                    <a:pt x="1243" y="627"/>
                    <a:pt x="1243" y="627"/>
                  </a:cubicBezTo>
                  <a:cubicBezTo>
                    <a:pt x="1243" y="288"/>
                    <a:pt x="967" y="12"/>
                    <a:pt x="627" y="1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3" name="Google Shape;93;p23"/>
            <p:cNvSpPr/>
            <p:nvPr/>
          </p:nvSpPr>
          <p:spPr>
            <a:xfrm>
              <a:off x="8430787" y="-2761668"/>
              <a:ext cx="2720976" cy="4967292"/>
            </a:xfrm>
            <a:custGeom>
              <a:rect b="b" l="l" r="r" t="t"/>
              <a:pathLst>
                <a:path extrusionOk="0" h="4183" w="2292">
                  <a:moveTo>
                    <a:pt x="1146" y="4183"/>
                  </a:moveTo>
                  <a:cubicBezTo>
                    <a:pt x="840" y="4183"/>
                    <a:pt x="552" y="4064"/>
                    <a:pt x="336" y="3847"/>
                  </a:cubicBezTo>
                  <a:cubicBezTo>
                    <a:pt x="119" y="3631"/>
                    <a:pt x="0" y="3343"/>
                    <a:pt x="0" y="3037"/>
                  </a:cubicBezTo>
                  <a:cubicBezTo>
                    <a:pt x="0" y="1145"/>
                    <a:pt x="0" y="1145"/>
                    <a:pt x="0" y="1145"/>
                  </a:cubicBezTo>
                  <a:cubicBezTo>
                    <a:pt x="0" y="839"/>
                    <a:pt x="119" y="552"/>
                    <a:pt x="336" y="335"/>
                  </a:cubicBezTo>
                  <a:cubicBezTo>
                    <a:pt x="552" y="119"/>
                    <a:pt x="840" y="0"/>
                    <a:pt x="1146" y="0"/>
                  </a:cubicBezTo>
                  <a:cubicBezTo>
                    <a:pt x="1452" y="0"/>
                    <a:pt x="1740" y="119"/>
                    <a:pt x="1956" y="335"/>
                  </a:cubicBezTo>
                  <a:cubicBezTo>
                    <a:pt x="2173" y="552"/>
                    <a:pt x="2292" y="839"/>
                    <a:pt x="2292" y="1145"/>
                  </a:cubicBezTo>
                  <a:cubicBezTo>
                    <a:pt x="2292" y="3037"/>
                    <a:pt x="2292" y="3037"/>
                    <a:pt x="2292" y="3037"/>
                  </a:cubicBezTo>
                  <a:cubicBezTo>
                    <a:pt x="2292" y="3343"/>
                    <a:pt x="2173" y="3631"/>
                    <a:pt x="1956" y="3847"/>
                  </a:cubicBezTo>
                  <a:cubicBezTo>
                    <a:pt x="1740" y="4064"/>
                    <a:pt x="1452" y="4183"/>
                    <a:pt x="1146" y="4183"/>
                  </a:cubicBezTo>
                  <a:close/>
                  <a:moveTo>
                    <a:pt x="1146" y="12"/>
                  </a:moveTo>
                  <a:cubicBezTo>
                    <a:pt x="521" y="12"/>
                    <a:pt x="12" y="520"/>
                    <a:pt x="12" y="1145"/>
                  </a:cubicBezTo>
                  <a:cubicBezTo>
                    <a:pt x="12" y="3037"/>
                    <a:pt x="12" y="3037"/>
                    <a:pt x="12" y="3037"/>
                  </a:cubicBezTo>
                  <a:cubicBezTo>
                    <a:pt x="12" y="3662"/>
                    <a:pt x="521" y="4171"/>
                    <a:pt x="1146" y="4171"/>
                  </a:cubicBezTo>
                  <a:cubicBezTo>
                    <a:pt x="1146" y="4171"/>
                    <a:pt x="1146" y="4171"/>
                    <a:pt x="1146" y="4171"/>
                  </a:cubicBezTo>
                  <a:cubicBezTo>
                    <a:pt x="1771" y="4171"/>
                    <a:pt x="2280" y="3662"/>
                    <a:pt x="2280" y="3037"/>
                  </a:cubicBezTo>
                  <a:cubicBezTo>
                    <a:pt x="2280" y="1145"/>
                    <a:pt x="2280" y="1145"/>
                    <a:pt x="2280" y="1145"/>
                  </a:cubicBezTo>
                  <a:cubicBezTo>
                    <a:pt x="2280" y="520"/>
                    <a:pt x="1771" y="12"/>
                    <a:pt x="1146" y="1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_1">
    <p:spTree>
      <p:nvGrpSpPr>
        <p:cNvPr id="94" name="Shape 94"/>
        <p:cNvGrpSpPr/>
        <p:nvPr/>
      </p:nvGrpSpPr>
      <p:grpSpPr>
        <a:xfrm>
          <a:off x="0" y="0"/>
          <a:ext cx="0" cy="0"/>
          <a:chOff x="0" y="0"/>
          <a:chExt cx="0" cy="0"/>
        </a:xfrm>
      </p:grpSpPr>
      <p:pic>
        <p:nvPicPr>
          <p:cNvPr id="95" name="Google Shape;95;p2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96" name="Google Shape;96;p2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7" name="Google Shape;97;p24"/>
          <p:cNvSpPr txBox="1"/>
          <p:nvPr>
            <p:ph idx="1" type="subTitle"/>
          </p:nvPr>
        </p:nvSpPr>
        <p:spPr>
          <a:xfrm>
            <a:off x="1294375" y="1633950"/>
            <a:ext cx="71298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98" name="Google Shape;98;p24"/>
          <p:cNvSpPr txBox="1"/>
          <p:nvPr>
            <p:ph idx="2" type="subTitle"/>
          </p:nvPr>
        </p:nvSpPr>
        <p:spPr>
          <a:xfrm>
            <a:off x="1294385" y="2753474"/>
            <a:ext cx="71298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99" name="Google Shape;99;p24"/>
          <p:cNvSpPr txBox="1"/>
          <p:nvPr>
            <p:ph idx="3" type="subTitle"/>
          </p:nvPr>
        </p:nvSpPr>
        <p:spPr>
          <a:xfrm>
            <a:off x="1294385" y="3872998"/>
            <a:ext cx="71298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00" name="Google Shape;100;p24"/>
          <p:cNvSpPr txBox="1"/>
          <p:nvPr>
            <p:ph idx="4" type="subTitle"/>
          </p:nvPr>
        </p:nvSpPr>
        <p:spPr>
          <a:xfrm>
            <a:off x="1294375" y="1329825"/>
            <a:ext cx="7129800" cy="427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600"/>
              <a:buFont typeface="DM Sans"/>
              <a:buNone/>
              <a:defRPr sz="2000">
                <a:latin typeface="DM Sans ExtraBold"/>
                <a:ea typeface="DM Sans ExtraBold"/>
                <a:cs typeface="DM Sans ExtraBold"/>
                <a:sym typeface="DM Sans ExtraBold"/>
              </a:defRPr>
            </a:lvl1pPr>
            <a:lvl2pPr lvl="1" algn="l">
              <a:lnSpc>
                <a:spcPct val="115000"/>
              </a:lnSpc>
              <a:spcBef>
                <a:spcPts val="0"/>
              </a:spcBef>
              <a:spcAft>
                <a:spcPts val="0"/>
              </a:spcAft>
              <a:buSzPts val="2600"/>
              <a:buFont typeface="DM Sans"/>
              <a:buNone/>
              <a:defRPr b="1" sz="2600">
                <a:latin typeface="DM Sans"/>
                <a:ea typeface="DM Sans"/>
                <a:cs typeface="DM Sans"/>
                <a:sym typeface="DM Sans"/>
              </a:defRPr>
            </a:lvl2pPr>
            <a:lvl3pPr lvl="2" algn="l">
              <a:lnSpc>
                <a:spcPct val="115000"/>
              </a:lnSpc>
              <a:spcBef>
                <a:spcPts val="0"/>
              </a:spcBef>
              <a:spcAft>
                <a:spcPts val="0"/>
              </a:spcAft>
              <a:buSzPts val="2600"/>
              <a:buFont typeface="DM Sans"/>
              <a:buNone/>
              <a:defRPr b="1" sz="2600">
                <a:latin typeface="DM Sans"/>
                <a:ea typeface="DM Sans"/>
                <a:cs typeface="DM Sans"/>
                <a:sym typeface="DM Sans"/>
              </a:defRPr>
            </a:lvl3pPr>
            <a:lvl4pPr lvl="3" algn="l">
              <a:lnSpc>
                <a:spcPct val="115000"/>
              </a:lnSpc>
              <a:spcBef>
                <a:spcPts val="0"/>
              </a:spcBef>
              <a:spcAft>
                <a:spcPts val="0"/>
              </a:spcAft>
              <a:buSzPts val="2600"/>
              <a:buFont typeface="DM Sans"/>
              <a:buNone/>
              <a:defRPr b="1" sz="2600">
                <a:latin typeface="DM Sans"/>
                <a:ea typeface="DM Sans"/>
                <a:cs typeface="DM Sans"/>
                <a:sym typeface="DM Sans"/>
              </a:defRPr>
            </a:lvl4pPr>
            <a:lvl5pPr lvl="4" algn="l">
              <a:lnSpc>
                <a:spcPct val="115000"/>
              </a:lnSpc>
              <a:spcBef>
                <a:spcPts val="0"/>
              </a:spcBef>
              <a:spcAft>
                <a:spcPts val="0"/>
              </a:spcAft>
              <a:buSzPts val="2600"/>
              <a:buFont typeface="DM Sans"/>
              <a:buNone/>
              <a:defRPr b="1" sz="2600">
                <a:latin typeface="DM Sans"/>
                <a:ea typeface="DM Sans"/>
                <a:cs typeface="DM Sans"/>
                <a:sym typeface="DM Sans"/>
              </a:defRPr>
            </a:lvl5pPr>
            <a:lvl6pPr lvl="5" algn="l">
              <a:lnSpc>
                <a:spcPct val="115000"/>
              </a:lnSpc>
              <a:spcBef>
                <a:spcPts val="0"/>
              </a:spcBef>
              <a:spcAft>
                <a:spcPts val="0"/>
              </a:spcAft>
              <a:buSzPts val="2600"/>
              <a:buFont typeface="DM Sans"/>
              <a:buNone/>
              <a:defRPr b="1" sz="2600">
                <a:latin typeface="DM Sans"/>
                <a:ea typeface="DM Sans"/>
                <a:cs typeface="DM Sans"/>
                <a:sym typeface="DM Sans"/>
              </a:defRPr>
            </a:lvl6pPr>
            <a:lvl7pPr lvl="6" algn="l">
              <a:lnSpc>
                <a:spcPct val="115000"/>
              </a:lnSpc>
              <a:spcBef>
                <a:spcPts val="0"/>
              </a:spcBef>
              <a:spcAft>
                <a:spcPts val="0"/>
              </a:spcAft>
              <a:buSzPts val="2600"/>
              <a:buFont typeface="DM Sans"/>
              <a:buNone/>
              <a:defRPr b="1" sz="2600">
                <a:latin typeface="DM Sans"/>
                <a:ea typeface="DM Sans"/>
                <a:cs typeface="DM Sans"/>
                <a:sym typeface="DM Sans"/>
              </a:defRPr>
            </a:lvl7pPr>
            <a:lvl8pPr lvl="7" algn="l">
              <a:lnSpc>
                <a:spcPct val="115000"/>
              </a:lnSpc>
              <a:spcBef>
                <a:spcPts val="0"/>
              </a:spcBef>
              <a:spcAft>
                <a:spcPts val="0"/>
              </a:spcAft>
              <a:buSzPts val="2600"/>
              <a:buFont typeface="DM Sans"/>
              <a:buNone/>
              <a:defRPr b="1" sz="2600">
                <a:latin typeface="DM Sans"/>
                <a:ea typeface="DM Sans"/>
                <a:cs typeface="DM Sans"/>
                <a:sym typeface="DM Sans"/>
              </a:defRPr>
            </a:lvl8pPr>
            <a:lvl9pPr lvl="8" algn="l">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sp>
        <p:nvSpPr>
          <p:cNvPr id="101" name="Google Shape;101;p24"/>
          <p:cNvSpPr txBox="1"/>
          <p:nvPr>
            <p:ph idx="5" type="subTitle"/>
          </p:nvPr>
        </p:nvSpPr>
        <p:spPr>
          <a:xfrm>
            <a:off x="1294375" y="2450375"/>
            <a:ext cx="7129800" cy="427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600"/>
              <a:buFont typeface="DM Sans"/>
              <a:buNone/>
              <a:defRPr b="1" sz="2000">
                <a:latin typeface="DM Sans"/>
                <a:ea typeface="DM Sans"/>
                <a:cs typeface="DM Sans"/>
                <a:sym typeface="DM Sans"/>
              </a:defRPr>
            </a:lvl1pPr>
            <a:lvl2pPr lvl="1" algn="l">
              <a:lnSpc>
                <a:spcPct val="115000"/>
              </a:lnSpc>
              <a:spcBef>
                <a:spcPts val="0"/>
              </a:spcBef>
              <a:spcAft>
                <a:spcPts val="0"/>
              </a:spcAft>
              <a:buSzPts val="2600"/>
              <a:buFont typeface="DM Sans"/>
              <a:buNone/>
              <a:defRPr b="1" sz="2600">
                <a:latin typeface="DM Sans"/>
                <a:ea typeface="DM Sans"/>
                <a:cs typeface="DM Sans"/>
                <a:sym typeface="DM Sans"/>
              </a:defRPr>
            </a:lvl2pPr>
            <a:lvl3pPr lvl="2" algn="l">
              <a:lnSpc>
                <a:spcPct val="115000"/>
              </a:lnSpc>
              <a:spcBef>
                <a:spcPts val="0"/>
              </a:spcBef>
              <a:spcAft>
                <a:spcPts val="0"/>
              </a:spcAft>
              <a:buSzPts val="2600"/>
              <a:buFont typeface="DM Sans"/>
              <a:buNone/>
              <a:defRPr b="1" sz="2600">
                <a:latin typeface="DM Sans"/>
                <a:ea typeface="DM Sans"/>
                <a:cs typeface="DM Sans"/>
                <a:sym typeface="DM Sans"/>
              </a:defRPr>
            </a:lvl3pPr>
            <a:lvl4pPr lvl="3" algn="l">
              <a:lnSpc>
                <a:spcPct val="115000"/>
              </a:lnSpc>
              <a:spcBef>
                <a:spcPts val="0"/>
              </a:spcBef>
              <a:spcAft>
                <a:spcPts val="0"/>
              </a:spcAft>
              <a:buSzPts val="2600"/>
              <a:buFont typeface="DM Sans"/>
              <a:buNone/>
              <a:defRPr b="1" sz="2600">
                <a:latin typeface="DM Sans"/>
                <a:ea typeface="DM Sans"/>
                <a:cs typeface="DM Sans"/>
                <a:sym typeface="DM Sans"/>
              </a:defRPr>
            </a:lvl4pPr>
            <a:lvl5pPr lvl="4" algn="l">
              <a:lnSpc>
                <a:spcPct val="115000"/>
              </a:lnSpc>
              <a:spcBef>
                <a:spcPts val="0"/>
              </a:spcBef>
              <a:spcAft>
                <a:spcPts val="0"/>
              </a:spcAft>
              <a:buSzPts val="2600"/>
              <a:buFont typeface="DM Sans"/>
              <a:buNone/>
              <a:defRPr b="1" sz="2600">
                <a:latin typeface="DM Sans"/>
                <a:ea typeface="DM Sans"/>
                <a:cs typeface="DM Sans"/>
                <a:sym typeface="DM Sans"/>
              </a:defRPr>
            </a:lvl5pPr>
            <a:lvl6pPr lvl="5" algn="l">
              <a:lnSpc>
                <a:spcPct val="115000"/>
              </a:lnSpc>
              <a:spcBef>
                <a:spcPts val="0"/>
              </a:spcBef>
              <a:spcAft>
                <a:spcPts val="0"/>
              </a:spcAft>
              <a:buSzPts val="2600"/>
              <a:buFont typeface="DM Sans"/>
              <a:buNone/>
              <a:defRPr b="1" sz="2600">
                <a:latin typeface="DM Sans"/>
                <a:ea typeface="DM Sans"/>
                <a:cs typeface="DM Sans"/>
                <a:sym typeface="DM Sans"/>
              </a:defRPr>
            </a:lvl6pPr>
            <a:lvl7pPr lvl="6" algn="l">
              <a:lnSpc>
                <a:spcPct val="115000"/>
              </a:lnSpc>
              <a:spcBef>
                <a:spcPts val="0"/>
              </a:spcBef>
              <a:spcAft>
                <a:spcPts val="0"/>
              </a:spcAft>
              <a:buSzPts val="2600"/>
              <a:buFont typeface="DM Sans"/>
              <a:buNone/>
              <a:defRPr b="1" sz="2600">
                <a:latin typeface="DM Sans"/>
                <a:ea typeface="DM Sans"/>
                <a:cs typeface="DM Sans"/>
                <a:sym typeface="DM Sans"/>
              </a:defRPr>
            </a:lvl7pPr>
            <a:lvl8pPr lvl="7" algn="l">
              <a:lnSpc>
                <a:spcPct val="115000"/>
              </a:lnSpc>
              <a:spcBef>
                <a:spcPts val="0"/>
              </a:spcBef>
              <a:spcAft>
                <a:spcPts val="0"/>
              </a:spcAft>
              <a:buSzPts val="2600"/>
              <a:buFont typeface="DM Sans"/>
              <a:buNone/>
              <a:defRPr b="1" sz="2600">
                <a:latin typeface="DM Sans"/>
                <a:ea typeface="DM Sans"/>
                <a:cs typeface="DM Sans"/>
                <a:sym typeface="DM Sans"/>
              </a:defRPr>
            </a:lvl8pPr>
            <a:lvl9pPr lvl="8" algn="l">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sp>
        <p:nvSpPr>
          <p:cNvPr id="102" name="Google Shape;102;p24"/>
          <p:cNvSpPr txBox="1"/>
          <p:nvPr>
            <p:ph idx="6" type="subTitle"/>
          </p:nvPr>
        </p:nvSpPr>
        <p:spPr>
          <a:xfrm>
            <a:off x="1294375" y="3570925"/>
            <a:ext cx="7129800" cy="427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600"/>
              <a:buFont typeface="DM Sans"/>
              <a:buNone/>
              <a:defRPr b="1" sz="2000">
                <a:latin typeface="DM Sans"/>
                <a:ea typeface="DM Sans"/>
                <a:cs typeface="DM Sans"/>
                <a:sym typeface="DM Sans"/>
              </a:defRPr>
            </a:lvl1pPr>
            <a:lvl2pPr lvl="1" algn="l">
              <a:lnSpc>
                <a:spcPct val="115000"/>
              </a:lnSpc>
              <a:spcBef>
                <a:spcPts val="0"/>
              </a:spcBef>
              <a:spcAft>
                <a:spcPts val="0"/>
              </a:spcAft>
              <a:buSzPts val="2600"/>
              <a:buFont typeface="DM Sans"/>
              <a:buNone/>
              <a:defRPr b="1" sz="2600">
                <a:latin typeface="DM Sans"/>
                <a:ea typeface="DM Sans"/>
                <a:cs typeface="DM Sans"/>
                <a:sym typeface="DM Sans"/>
              </a:defRPr>
            </a:lvl2pPr>
            <a:lvl3pPr lvl="2" algn="l">
              <a:lnSpc>
                <a:spcPct val="115000"/>
              </a:lnSpc>
              <a:spcBef>
                <a:spcPts val="0"/>
              </a:spcBef>
              <a:spcAft>
                <a:spcPts val="0"/>
              </a:spcAft>
              <a:buSzPts val="2600"/>
              <a:buFont typeface="DM Sans"/>
              <a:buNone/>
              <a:defRPr b="1" sz="2600">
                <a:latin typeface="DM Sans"/>
                <a:ea typeface="DM Sans"/>
                <a:cs typeface="DM Sans"/>
                <a:sym typeface="DM Sans"/>
              </a:defRPr>
            </a:lvl3pPr>
            <a:lvl4pPr lvl="3" algn="l">
              <a:lnSpc>
                <a:spcPct val="115000"/>
              </a:lnSpc>
              <a:spcBef>
                <a:spcPts val="0"/>
              </a:spcBef>
              <a:spcAft>
                <a:spcPts val="0"/>
              </a:spcAft>
              <a:buSzPts val="2600"/>
              <a:buFont typeface="DM Sans"/>
              <a:buNone/>
              <a:defRPr b="1" sz="2600">
                <a:latin typeface="DM Sans"/>
                <a:ea typeface="DM Sans"/>
                <a:cs typeface="DM Sans"/>
                <a:sym typeface="DM Sans"/>
              </a:defRPr>
            </a:lvl4pPr>
            <a:lvl5pPr lvl="4" algn="l">
              <a:lnSpc>
                <a:spcPct val="115000"/>
              </a:lnSpc>
              <a:spcBef>
                <a:spcPts val="0"/>
              </a:spcBef>
              <a:spcAft>
                <a:spcPts val="0"/>
              </a:spcAft>
              <a:buSzPts val="2600"/>
              <a:buFont typeface="DM Sans"/>
              <a:buNone/>
              <a:defRPr b="1" sz="2600">
                <a:latin typeface="DM Sans"/>
                <a:ea typeface="DM Sans"/>
                <a:cs typeface="DM Sans"/>
                <a:sym typeface="DM Sans"/>
              </a:defRPr>
            </a:lvl5pPr>
            <a:lvl6pPr lvl="5" algn="l">
              <a:lnSpc>
                <a:spcPct val="115000"/>
              </a:lnSpc>
              <a:spcBef>
                <a:spcPts val="0"/>
              </a:spcBef>
              <a:spcAft>
                <a:spcPts val="0"/>
              </a:spcAft>
              <a:buSzPts val="2600"/>
              <a:buFont typeface="DM Sans"/>
              <a:buNone/>
              <a:defRPr b="1" sz="2600">
                <a:latin typeface="DM Sans"/>
                <a:ea typeface="DM Sans"/>
                <a:cs typeface="DM Sans"/>
                <a:sym typeface="DM Sans"/>
              </a:defRPr>
            </a:lvl6pPr>
            <a:lvl7pPr lvl="6" algn="l">
              <a:lnSpc>
                <a:spcPct val="115000"/>
              </a:lnSpc>
              <a:spcBef>
                <a:spcPts val="0"/>
              </a:spcBef>
              <a:spcAft>
                <a:spcPts val="0"/>
              </a:spcAft>
              <a:buSzPts val="2600"/>
              <a:buFont typeface="DM Sans"/>
              <a:buNone/>
              <a:defRPr b="1" sz="2600">
                <a:latin typeface="DM Sans"/>
                <a:ea typeface="DM Sans"/>
                <a:cs typeface="DM Sans"/>
                <a:sym typeface="DM Sans"/>
              </a:defRPr>
            </a:lvl7pPr>
            <a:lvl8pPr lvl="7" algn="l">
              <a:lnSpc>
                <a:spcPct val="115000"/>
              </a:lnSpc>
              <a:spcBef>
                <a:spcPts val="0"/>
              </a:spcBef>
              <a:spcAft>
                <a:spcPts val="0"/>
              </a:spcAft>
              <a:buSzPts val="2600"/>
              <a:buFont typeface="DM Sans"/>
              <a:buNone/>
              <a:defRPr b="1" sz="2600">
                <a:latin typeface="DM Sans"/>
                <a:ea typeface="DM Sans"/>
                <a:cs typeface="DM Sans"/>
                <a:sym typeface="DM Sans"/>
              </a:defRPr>
            </a:lvl8pPr>
            <a:lvl9pPr lvl="8" algn="l">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grpSp>
        <p:nvGrpSpPr>
          <p:cNvPr id="103" name="Google Shape;103;p24"/>
          <p:cNvGrpSpPr/>
          <p:nvPr/>
        </p:nvGrpSpPr>
        <p:grpSpPr>
          <a:xfrm rot="5400000">
            <a:off x="5882675" y="-894817"/>
            <a:ext cx="2797175" cy="71438"/>
            <a:chOff x="969625" y="5671683"/>
            <a:chExt cx="2797175" cy="71438"/>
          </a:xfrm>
        </p:grpSpPr>
        <p:sp>
          <p:nvSpPr>
            <p:cNvPr id="104" name="Google Shape;104;p24"/>
            <p:cNvSpPr/>
            <p:nvPr/>
          </p:nvSpPr>
          <p:spPr>
            <a:xfrm>
              <a:off x="969625" y="5700202"/>
              <a:ext cx="2697300" cy="14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5" name="Google Shape;105;p24"/>
            <p:cNvSpPr/>
            <p:nvPr/>
          </p:nvSpPr>
          <p:spPr>
            <a:xfrm>
              <a:off x="3644562" y="5671683"/>
              <a:ext cx="122238" cy="71438"/>
            </a:xfrm>
            <a:custGeom>
              <a:rect b="b" l="l" r="r" t="t"/>
              <a:pathLst>
                <a:path extrusionOk="0" h="45" w="77">
                  <a:moveTo>
                    <a:pt x="0" y="23"/>
                  </a:moveTo>
                  <a:lnTo>
                    <a:pt x="39" y="0"/>
                  </a:lnTo>
                  <a:lnTo>
                    <a:pt x="77" y="23"/>
                  </a:lnTo>
                  <a:lnTo>
                    <a:pt x="39" y="45"/>
                  </a:lnTo>
                  <a:lnTo>
                    <a:pt x="0" y="2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6" name="Google Shape;106;p24"/>
            <p:cNvSpPr/>
            <p:nvPr/>
          </p:nvSpPr>
          <p:spPr>
            <a:xfrm>
              <a:off x="3644562" y="5671683"/>
              <a:ext cx="122238" cy="71438"/>
            </a:xfrm>
            <a:custGeom>
              <a:rect b="b" l="l" r="r" t="t"/>
              <a:pathLst>
                <a:path extrusionOk="0" h="45" w="77">
                  <a:moveTo>
                    <a:pt x="0" y="23"/>
                  </a:moveTo>
                  <a:lnTo>
                    <a:pt x="39" y="0"/>
                  </a:lnTo>
                  <a:lnTo>
                    <a:pt x="77" y="23"/>
                  </a:lnTo>
                  <a:lnTo>
                    <a:pt x="39" y="45"/>
                  </a:lnTo>
                  <a:lnTo>
                    <a:pt x="0" y="23"/>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7" name="Google Shape;107;p24"/>
          <p:cNvGrpSpPr/>
          <p:nvPr/>
        </p:nvGrpSpPr>
        <p:grpSpPr>
          <a:xfrm>
            <a:off x="-1116563" y="-951154"/>
            <a:ext cx="11413703" cy="8943978"/>
            <a:chOff x="-1116563" y="-951154"/>
            <a:chExt cx="11413703" cy="8943978"/>
          </a:xfrm>
        </p:grpSpPr>
        <p:sp>
          <p:nvSpPr>
            <p:cNvPr id="108" name="Google Shape;108;p24"/>
            <p:cNvSpPr/>
            <p:nvPr/>
          </p:nvSpPr>
          <p:spPr>
            <a:xfrm rot="-5400000">
              <a:off x="7068162" y="-2689468"/>
              <a:ext cx="1490664" cy="4967292"/>
            </a:xfrm>
            <a:custGeom>
              <a:rect b="b" l="l" r="r" t="t"/>
              <a:pathLst>
                <a:path extrusionOk="0" h="4183" w="1255">
                  <a:moveTo>
                    <a:pt x="627" y="4183"/>
                  </a:moveTo>
                  <a:cubicBezTo>
                    <a:pt x="281" y="4183"/>
                    <a:pt x="0" y="3901"/>
                    <a:pt x="0" y="3555"/>
                  </a:cubicBezTo>
                  <a:cubicBezTo>
                    <a:pt x="0" y="627"/>
                    <a:pt x="0" y="627"/>
                    <a:pt x="0" y="627"/>
                  </a:cubicBezTo>
                  <a:cubicBezTo>
                    <a:pt x="0" y="281"/>
                    <a:pt x="281" y="0"/>
                    <a:pt x="627" y="0"/>
                  </a:cubicBezTo>
                  <a:cubicBezTo>
                    <a:pt x="973" y="0"/>
                    <a:pt x="1255" y="281"/>
                    <a:pt x="1255" y="627"/>
                  </a:cubicBezTo>
                  <a:cubicBezTo>
                    <a:pt x="1255" y="3555"/>
                    <a:pt x="1255" y="3555"/>
                    <a:pt x="1255" y="3555"/>
                  </a:cubicBezTo>
                  <a:cubicBezTo>
                    <a:pt x="1255" y="3901"/>
                    <a:pt x="973" y="4183"/>
                    <a:pt x="627" y="4183"/>
                  </a:cubicBezTo>
                  <a:close/>
                  <a:moveTo>
                    <a:pt x="627" y="12"/>
                  </a:moveTo>
                  <a:cubicBezTo>
                    <a:pt x="288" y="12"/>
                    <a:pt x="12" y="288"/>
                    <a:pt x="12" y="627"/>
                  </a:cubicBezTo>
                  <a:cubicBezTo>
                    <a:pt x="12" y="3555"/>
                    <a:pt x="12" y="3555"/>
                    <a:pt x="12" y="3555"/>
                  </a:cubicBezTo>
                  <a:cubicBezTo>
                    <a:pt x="12" y="3895"/>
                    <a:pt x="288" y="4171"/>
                    <a:pt x="627" y="4171"/>
                  </a:cubicBezTo>
                  <a:cubicBezTo>
                    <a:pt x="967" y="4171"/>
                    <a:pt x="1243" y="3895"/>
                    <a:pt x="1243" y="3555"/>
                  </a:cubicBezTo>
                  <a:cubicBezTo>
                    <a:pt x="1243" y="627"/>
                    <a:pt x="1243" y="627"/>
                    <a:pt x="1243" y="627"/>
                  </a:cubicBezTo>
                  <a:cubicBezTo>
                    <a:pt x="1243" y="288"/>
                    <a:pt x="967" y="12"/>
                    <a:pt x="627" y="1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9" name="Google Shape;109;p24"/>
            <p:cNvSpPr/>
            <p:nvPr/>
          </p:nvSpPr>
          <p:spPr>
            <a:xfrm rot="10800000">
              <a:off x="-1116563" y="3025532"/>
              <a:ext cx="1490664" cy="4967292"/>
            </a:xfrm>
            <a:custGeom>
              <a:rect b="b" l="l" r="r" t="t"/>
              <a:pathLst>
                <a:path extrusionOk="0" h="4183" w="1255">
                  <a:moveTo>
                    <a:pt x="627" y="4183"/>
                  </a:moveTo>
                  <a:cubicBezTo>
                    <a:pt x="281" y="4183"/>
                    <a:pt x="0" y="3901"/>
                    <a:pt x="0" y="3555"/>
                  </a:cubicBezTo>
                  <a:cubicBezTo>
                    <a:pt x="0" y="627"/>
                    <a:pt x="0" y="627"/>
                    <a:pt x="0" y="627"/>
                  </a:cubicBezTo>
                  <a:cubicBezTo>
                    <a:pt x="0" y="281"/>
                    <a:pt x="281" y="0"/>
                    <a:pt x="627" y="0"/>
                  </a:cubicBezTo>
                  <a:cubicBezTo>
                    <a:pt x="973" y="0"/>
                    <a:pt x="1255" y="281"/>
                    <a:pt x="1255" y="627"/>
                  </a:cubicBezTo>
                  <a:cubicBezTo>
                    <a:pt x="1255" y="3555"/>
                    <a:pt x="1255" y="3555"/>
                    <a:pt x="1255" y="3555"/>
                  </a:cubicBezTo>
                  <a:cubicBezTo>
                    <a:pt x="1255" y="3901"/>
                    <a:pt x="973" y="4183"/>
                    <a:pt x="627" y="4183"/>
                  </a:cubicBezTo>
                  <a:close/>
                  <a:moveTo>
                    <a:pt x="627" y="12"/>
                  </a:moveTo>
                  <a:cubicBezTo>
                    <a:pt x="288" y="12"/>
                    <a:pt x="12" y="288"/>
                    <a:pt x="12" y="627"/>
                  </a:cubicBezTo>
                  <a:cubicBezTo>
                    <a:pt x="12" y="3555"/>
                    <a:pt x="12" y="3555"/>
                    <a:pt x="12" y="3555"/>
                  </a:cubicBezTo>
                  <a:cubicBezTo>
                    <a:pt x="12" y="3895"/>
                    <a:pt x="288" y="4171"/>
                    <a:pt x="627" y="4171"/>
                  </a:cubicBezTo>
                  <a:cubicBezTo>
                    <a:pt x="967" y="4171"/>
                    <a:pt x="1243" y="3895"/>
                    <a:pt x="1243" y="3555"/>
                  </a:cubicBezTo>
                  <a:cubicBezTo>
                    <a:pt x="1243" y="627"/>
                    <a:pt x="1243" y="627"/>
                    <a:pt x="1243" y="627"/>
                  </a:cubicBezTo>
                  <a:cubicBezTo>
                    <a:pt x="1243" y="288"/>
                    <a:pt x="967" y="12"/>
                    <a:pt x="627" y="1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10" name="Shape 110"/>
        <p:cNvGrpSpPr/>
        <p:nvPr/>
      </p:nvGrpSpPr>
      <p:grpSpPr>
        <a:xfrm>
          <a:off x="0" y="0"/>
          <a:ext cx="0" cy="0"/>
          <a:chOff x="0" y="0"/>
          <a:chExt cx="0" cy="0"/>
        </a:xfrm>
      </p:grpSpPr>
      <p:pic>
        <p:nvPicPr>
          <p:cNvPr id="111" name="Google Shape;111;p25"/>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12" name="Google Shape;112;p2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3" name="Google Shape;113;p25"/>
          <p:cNvSpPr txBox="1"/>
          <p:nvPr>
            <p:ph idx="1" type="subTitle"/>
          </p:nvPr>
        </p:nvSpPr>
        <p:spPr>
          <a:xfrm>
            <a:off x="2142250" y="1715325"/>
            <a:ext cx="2409300" cy="9111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14" name="Google Shape;114;p25"/>
          <p:cNvSpPr txBox="1"/>
          <p:nvPr>
            <p:ph idx="2" type="subTitle"/>
          </p:nvPr>
        </p:nvSpPr>
        <p:spPr>
          <a:xfrm>
            <a:off x="5490197" y="1715325"/>
            <a:ext cx="2409300" cy="9111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15" name="Google Shape;115;p25"/>
          <p:cNvSpPr txBox="1"/>
          <p:nvPr>
            <p:ph idx="3" type="subTitle"/>
          </p:nvPr>
        </p:nvSpPr>
        <p:spPr>
          <a:xfrm>
            <a:off x="2142250" y="3299325"/>
            <a:ext cx="2409300" cy="9111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16" name="Google Shape;116;p25"/>
          <p:cNvSpPr txBox="1"/>
          <p:nvPr>
            <p:ph idx="4" type="subTitle"/>
          </p:nvPr>
        </p:nvSpPr>
        <p:spPr>
          <a:xfrm>
            <a:off x="5490197" y="3299325"/>
            <a:ext cx="2409300" cy="9111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17" name="Google Shape;117;p25"/>
          <p:cNvSpPr txBox="1"/>
          <p:nvPr>
            <p:ph idx="5" type="subTitle"/>
          </p:nvPr>
        </p:nvSpPr>
        <p:spPr>
          <a:xfrm>
            <a:off x="2142250" y="1485240"/>
            <a:ext cx="2409300" cy="3549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b="1" sz="2000">
                <a:latin typeface="DM Sans"/>
                <a:ea typeface="DM Sans"/>
                <a:cs typeface="DM Sans"/>
                <a:sym typeface="DM Sans"/>
              </a:defRPr>
            </a:lvl1pPr>
            <a:lvl2pPr lvl="1"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8" name="Google Shape;118;p25"/>
          <p:cNvSpPr txBox="1"/>
          <p:nvPr>
            <p:ph idx="6" type="subTitle"/>
          </p:nvPr>
        </p:nvSpPr>
        <p:spPr>
          <a:xfrm>
            <a:off x="5490197" y="1485240"/>
            <a:ext cx="2409300" cy="3549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b="1" sz="2000">
                <a:latin typeface="DM Sans"/>
                <a:ea typeface="DM Sans"/>
                <a:cs typeface="DM Sans"/>
                <a:sym typeface="DM Sans"/>
              </a:defRPr>
            </a:lvl1pPr>
            <a:lvl2pPr lvl="1"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9" name="Google Shape;119;p25"/>
          <p:cNvSpPr txBox="1"/>
          <p:nvPr>
            <p:ph idx="7" type="subTitle"/>
          </p:nvPr>
        </p:nvSpPr>
        <p:spPr>
          <a:xfrm>
            <a:off x="2142250" y="3033688"/>
            <a:ext cx="2409300" cy="3549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b="1" sz="2000">
                <a:latin typeface="DM Sans"/>
                <a:ea typeface="DM Sans"/>
                <a:cs typeface="DM Sans"/>
                <a:sym typeface="DM Sans"/>
              </a:defRPr>
            </a:lvl1pPr>
            <a:lvl2pPr lvl="1"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20" name="Google Shape;120;p25"/>
          <p:cNvSpPr txBox="1"/>
          <p:nvPr>
            <p:ph idx="8" type="subTitle"/>
          </p:nvPr>
        </p:nvSpPr>
        <p:spPr>
          <a:xfrm>
            <a:off x="5490197" y="3033688"/>
            <a:ext cx="2409300" cy="3549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b="1" sz="2000">
                <a:latin typeface="DM Sans"/>
                <a:ea typeface="DM Sans"/>
                <a:cs typeface="DM Sans"/>
                <a:sym typeface="DM Sans"/>
              </a:defRPr>
            </a:lvl1pPr>
            <a:lvl2pPr lvl="1"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121" name="Google Shape;121;p25"/>
          <p:cNvGrpSpPr/>
          <p:nvPr/>
        </p:nvGrpSpPr>
        <p:grpSpPr>
          <a:xfrm>
            <a:off x="-772100" y="-951167"/>
            <a:ext cx="11200590" cy="7464651"/>
            <a:chOff x="-772100" y="-951167"/>
            <a:chExt cx="11200590" cy="7464651"/>
          </a:xfrm>
        </p:grpSpPr>
        <p:sp>
          <p:nvSpPr>
            <p:cNvPr id="122" name="Google Shape;122;p25"/>
            <p:cNvSpPr/>
            <p:nvPr/>
          </p:nvSpPr>
          <p:spPr>
            <a:xfrm rot="-5400000">
              <a:off x="7199512" y="-2689481"/>
              <a:ext cx="1490664" cy="4967292"/>
            </a:xfrm>
            <a:custGeom>
              <a:rect b="b" l="l" r="r" t="t"/>
              <a:pathLst>
                <a:path extrusionOk="0" h="4183" w="1255">
                  <a:moveTo>
                    <a:pt x="627" y="4183"/>
                  </a:moveTo>
                  <a:cubicBezTo>
                    <a:pt x="281" y="4183"/>
                    <a:pt x="0" y="3901"/>
                    <a:pt x="0" y="3555"/>
                  </a:cubicBezTo>
                  <a:cubicBezTo>
                    <a:pt x="0" y="627"/>
                    <a:pt x="0" y="627"/>
                    <a:pt x="0" y="627"/>
                  </a:cubicBezTo>
                  <a:cubicBezTo>
                    <a:pt x="0" y="281"/>
                    <a:pt x="281" y="0"/>
                    <a:pt x="627" y="0"/>
                  </a:cubicBezTo>
                  <a:cubicBezTo>
                    <a:pt x="973" y="0"/>
                    <a:pt x="1255" y="281"/>
                    <a:pt x="1255" y="627"/>
                  </a:cubicBezTo>
                  <a:cubicBezTo>
                    <a:pt x="1255" y="3555"/>
                    <a:pt x="1255" y="3555"/>
                    <a:pt x="1255" y="3555"/>
                  </a:cubicBezTo>
                  <a:cubicBezTo>
                    <a:pt x="1255" y="3901"/>
                    <a:pt x="973" y="4183"/>
                    <a:pt x="627" y="4183"/>
                  </a:cubicBezTo>
                  <a:close/>
                  <a:moveTo>
                    <a:pt x="627" y="12"/>
                  </a:moveTo>
                  <a:cubicBezTo>
                    <a:pt x="288" y="12"/>
                    <a:pt x="12" y="288"/>
                    <a:pt x="12" y="627"/>
                  </a:cubicBezTo>
                  <a:cubicBezTo>
                    <a:pt x="12" y="3555"/>
                    <a:pt x="12" y="3555"/>
                    <a:pt x="12" y="3555"/>
                  </a:cubicBezTo>
                  <a:cubicBezTo>
                    <a:pt x="12" y="3895"/>
                    <a:pt x="288" y="4171"/>
                    <a:pt x="627" y="4171"/>
                  </a:cubicBezTo>
                  <a:cubicBezTo>
                    <a:pt x="967" y="4171"/>
                    <a:pt x="1243" y="3895"/>
                    <a:pt x="1243" y="3555"/>
                  </a:cubicBezTo>
                  <a:cubicBezTo>
                    <a:pt x="1243" y="627"/>
                    <a:pt x="1243" y="627"/>
                    <a:pt x="1243" y="627"/>
                  </a:cubicBezTo>
                  <a:cubicBezTo>
                    <a:pt x="1243" y="288"/>
                    <a:pt x="967" y="12"/>
                    <a:pt x="627" y="1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3" name="Google Shape;123;p25"/>
            <p:cNvSpPr/>
            <p:nvPr/>
          </p:nvSpPr>
          <p:spPr>
            <a:xfrm>
              <a:off x="-772100" y="3103533"/>
              <a:ext cx="1870076" cy="3409951"/>
            </a:xfrm>
            <a:custGeom>
              <a:rect b="b" l="l" r="r" t="t"/>
              <a:pathLst>
                <a:path extrusionOk="0" h="2871" w="1575">
                  <a:moveTo>
                    <a:pt x="787" y="2871"/>
                  </a:moveTo>
                  <a:cubicBezTo>
                    <a:pt x="353" y="2871"/>
                    <a:pt x="0" y="2518"/>
                    <a:pt x="0" y="2084"/>
                  </a:cubicBezTo>
                  <a:cubicBezTo>
                    <a:pt x="0" y="787"/>
                    <a:pt x="0" y="787"/>
                    <a:pt x="0" y="787"/>
                  </a:cubicBezTo>
                  <a:cubicBezTo>
                    <a:pt x="0" y="353"/>
                    <a:pt x="353" y="0"/>
                    <a:pt x="787" y="0"/>
                  </a:cubicBezTo>
                  <a:cubicBezTo>
                    <a:pt x="1222" y="0"/>
                    <a:pt x="1575" y="353"/>
                    <a:pt x="1575" y="787"/>
                  </a:cubicBezTo>
                  <a:cubicBezTo>
                    <a:pt x="1575" y="2084"/>
                    <a:pt x="1575" y="2084"/>
                    <a:pt x="1575" y="2084"/>
                  </a:cubicBezTo>
                  <a:cubicBezTo>
                    <a:pt x="1575" y="2518"/>
                    <a:pt x="1222" y="2871"/>
                    <a:pt x="787" y="2871"/>
                  </a:cubicBezTo>
                  <a:close/>
                  <a:moveTo>
                    <a:pt x="787" y="12"/>
                  </a:moveTo>
                  <a:cubicBezTo>
                    <a:pt x="360" y="12"/>
                    <a:pt x="12" y="359"/>
                    <a:pt x="12" y="787"/>
                  </a:cubicBezTo>
                  <a:cubicBezTo>
                    <a:pt x="12" y="2084"/>
                    <a:pt x="12" y="2084"/>
                    <a:pt x="12" y="2084"/>
                  </a:cubicBezTo>
                  <a:cubicBezTo>
                    <a:pt x="12" y="2511"/>
                    <a:pt x="360" y="2859"/>
                    <a:pt x="787" y="2859"/>
                  </a:cubicBezTo>
                  <a:cubicBezTo>
                    <a:pt x="787" y="2859"/>
                    <a:pt x="787" y="2859"/>
                    <a:pt x="787" y="2859"/>
                  </a:cubicBezTo>
                  <a:cubicBezTo>
                    <a:pt x="1215" y="2859"/>
                    <a:pt x="1563" y="2511"/>
                    <a:pt x="1563" y="2084"/>
                  </a:cubicBezTo>
                  <a:cubicBezTo>
                    <a:pt x="1563" y="787"/>
                    <a:pt x="1563" y="787"/>
                    <a:pt x="1563" y="787"/>
                  </a:cubicBezTo>
                  <a:cubicBezTo>
                    <a:pt x="1563" y="359"/>
                    <a:pt x="1215" y="12"/>
                    <a:pt x="787" y="1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24" name="Google Shape;124;p25"/>
          <p:cNvGrpSpPr/>
          <p:nvPr/>
        </p:nvGrpSpPr>
        <p:grpSpPr>
          <a:xfrm>
            <a:off x="-673675" y="4244483"/>
            <a:ext cx="1771650" cy="71438"/>
            <a:chOff x="1150025" y="4460558"/>
            <a:chExt cx="1771650" cy="71438"/>
          </a:xfrm>
        </p:grpSpPr>
        <p:sp>
          <p:nvSpPr>
            <p:cNvPr id="125" name="Google Shape;125;p25"/>
            <p:cNvSpPr/>
            <p:nvPr/>
          </p:nvSpPr>
          <p:spPr>
            <a:xfrm>
              <a:off x="1150025" y="4489077"/>
              <a:ext cx="1686000" cy="14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6" name="Google Shape;126;p25"/>
            <p:cNvSpPr/>
            <p:nvPr/>
          </p:nvSpPr>
          <p:spPr>
            <a:xfrm>
              <a:off x="2797850" y="4460558"/>
              <a:ext cx="123825" cy="71438"/>
            </a:xfrm>
            <a:custGeom>
              <a:rect b="b" l="l" r="r" t="t"/>
              <a:pathLst>
                <a:path extrusionOk="0" h="45" w="78">
                  <a:moveTo>
                    <a:pt x="0" y="23"/>
                  </a:moveTo>
                  <a:lnTo>
                    <a:pt x="39" y="0"/>
                  </a:lnTo>
                  <a:lnTo>
                    <a:pt x="78" y="23"/>
                  </a:lnTo>
                  <a:lnTo>
                    <a:pt x="39" y="45"/>
                  </a:lnTo>
                  <a:lnTo>
                    <a:pt x="0" y="23"/>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7" name="Shape 127"/>
        <p:cNvGrpSpPr/>
        <p:nvPr/>
      </p:nvGrpSpPr>
      <p:grpSpPr>
        <a:xfrm>
          <a:off x="0" y="0"/>
          <a:ext cx="0" cy="0"/>
          <a:chOff x="0" y="0"/>
          <a:chExt cx="0" cy="0"/>
        </a:xfrm>
      </p:grpSpPr>
      <p:pic>
        <p:nvPicPr>
          <p:cNvPr id="128" name="Google Shape;128;p26"/>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29" name="Google Shape;129;p26"/>
          <p:cNvSpPr txBox="1"/>
          <p:nvPr>
            <p:ph type="title"/>
          </p:nvPr>
        </p:nvSpPr>
        <p:spPr>
          <a:xfrm>
            <a:off x="720000" y="637700"/>
            <a:ext cx="62664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30" name="Google Shape;130;p26"/>
          <p:cNvSpPr txBox="1"/>
          <p:nvPr>
            <p:ph idx="1" type="subTitle"/>
          </p:nvPr>
        </p:nvSpPr>
        <p:spPr>
          <a:xfrm>
            <a:off x="720000" y="1347250"/>
            <a:ext cx="7324500" cy="3173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600"/>
              <a:buFont typeface="Nunito Light"/>
              <a:buChar char="●"/>
              <a:defRPr sz="1600"/>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grpSp>
        <p:nvGrpSpPr>
          <p:cNvPr id="131" name="Google Shape;131;p26"/>
          <p:cNvGrpSpPr/>
          <p:nvPr/>
        </p:nvGrpSpPr>
        <p:grpSpPr>
          <a:xfrm>
            <a:off x="-965711" y="-1913219"/>
            <a:ext cx="11369547" cy="8152492"/>
            <a:chOff x="-965711" y="-1913219"/>
            <a:chExt cx="11369547" cy="8152492"/>
          </a:xfrm>
        </p:grpSpPr>
        <p:sp>
          <p:nvSpPr>
            <p:cNvPr id="132" name="Google Shape;132;p26"/>
            <p:cNvSpPr/>
            <p:nvPr/>
          </p:nvSpPr>
          <p:spPr>
            <a:xfrm rot="5400000">
              <a:off x="6938678" y="-2925649"/>
              <a:ext cx="2452727" cy="4477588"/>
            </a:xfrm>
            <a:custGeom>
              <a:rect b="b" l="l" r="r" t="t"/>
              <a:pathLst>
                <a:path extrusionOk="0" h="4183" w="2292">
                  <a:moveTo>
                    <a:pt x="1146" y="4183"/>
                  </a:moveTo>
                  <a:cubicBezTo>
                    <a:pt x="840" y="4183"/>
                    <a:pt x="552" y="4064"/>
                    <a:pt x="336" y="3847"/>
                  </a:cubicBezTo>
                  <a:cubicBezTo>
                    <a:pt x="119" y="3631"/>
                    <a:pt x="0" y="3343"/>
                    <a:pt x="0" y="3037"/>
                  </a:cubicBezTo>
                  <a:cubicBezTo>
                    <a:pt x="0" y="1145"/>
                    <a:pt x="0" y="1145"/>
                    <a:pt x="0" y="1145"/>
                  </a:cubicBezTo>
                  <a:cubicBezTo>
                    <a:pt x="0" y="839"/>
                    <a:pt x="119" y="552"/>
                    <a:pt x="336" y="335"/>
                  </a:cubicBezTo>
                  <a:cubicBezTo>
                    <a:pt x="552" y="119"/>
                    <a:pt x="840" y="0"/>
                    <a:pt x="1146" y="0"/>
                  </a:cubicBezTo>
                  <a:cubicBezTo>
                    <a:pt x="1452" y="0"/>
                    <a:pt x="1740" y="119"/>
                    <a:pt x="1956" y="335"/>
                  </a:cubicBezTo>
                  <a:cubicBezTo>
                    <a:pt x="2173" y="552"/>
                    <a:pt x="2292" y="839"/>
                    <a:pt x="2292" y="1145"/>
                  </a:cubicBezTo>
                  <a:cubicBezTo>
                    <a:pt x="2292" y="3037"/>
                    <a:pt x="2292" y="3037"/>
                    <a:pt x="2292" y="3037"/>
                  </a:cubicBezTo>
                  <a:cubicBezTo>
                    <a:pt x="2292" y="3343"/>
                    <a:pt x="2173" y="3631"/>
                    <a:pt x="1956" y="3847"/>
                  </a:cubicBezTo>
                  <a:cubicBezTo>
                    <a:pt x="1740" y="4064"/>
                    <a:pt x="1452" y="4183"/>
                    <a:pt x="1146" y="4183"/>
                  </a:cubicBezTo>
                  <a:close/>
                  <a:moveTo>
                    <a:pt x="1146" y="12"/>
                  </a:moveTo>
                  <a:cubicBezTo>
                    <a:pt x="521" y="12"/>
                    <a:pt x="12" y="520"/>
                    <a:pt x="12" y="1145"/>
                  </a:cubicBezTo>
                  <a:cubicBezTo>
                    <a:pt x="12" y="3037"/>
                    <a:pt x="12" y="3037"/>
                    <a:pt x="12" y="3037"/>
                  </a:cubicBezTo>
                  <a:cubicBezTo>
                    <a:pt x="12" y="3662"/>
                    <a:pt x="521" y="4171"/>
                    <a:pt x="1146" y="4171"/>
                  </a:cubicBezTo>
                  <a:cubicBezTo>
                    <a:pt x="1146" y="4171"/>
                    <a:pt x="1146" y="4171"/>
                    <a:pt x="1146" y="4171"/>
                  </a:cubicBezTo>
                  <a:cubicBezTo>
                    <a:pt x="1771" y="4171"/>
                    <a:pt x="2280" y="3662"/>
                    <a:pt x="2280" y="3037"/>
                  </a:cubicBezTo>
                  <a:cubicBezTo>
                    <a:pt x="2280" y="1145"/>
                    <a:pt x="2280" y="1145"/>
                    <a:pt x="2280" y="1145"/>
                  </a:cubicBezTo>
                  <a:cubicBezTo>
                    <a:pt x="2280" y="520"/>
                    <a:pt x="1771" y="12"/>
                    <a:pt x="1146" y="1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3" name="Google Shape;133;p26"/>
            <p:cNvSpPr/>
            <p:nvPr/>
          </p:nvSpPr>
          <p:spPr>
            <a:xfrm>
              <a:off x="-965711" y="3165494"/>
              <a:ext cx="1685715" cy="3073779"/>
            </a:xfrm>
            <a:custGeom>
              <a:rect b="b" l="l" r="r" t="t"/>
              <a:pathLst>
                <a:path extrusionOk="0" h="2871" w="1575">
                  <a:moveTo>
                    <a:pt x="787" y="2871"/>
                  </a:moveTo>
                  <a:cubicBezTo>
                    <a:pt x="353" y="2871"/>
                    <a:pt x="0" y="2518"/>
                    <a:pt x="0" y="2084"/>
                  </a:cubicBezTo>
                  <a:cubicBezTo>
                    <a:pt x="0" y="787"/>
                    <a:pt x="0" y="787"/>
                    <a:pt x="0" y="787"/>
                  </a:cubicBezTo>
                  <a:cubicBezTo>
                    <a:pt x="0" y="353"/>
                    <a:pt x="353" y="0"/>
                    <a:pt x="787" y="0"/>
                  </a:cubicBezTo>
                  <a:cubicBezTo>
                    <a:pt x="1222" y="0"/>
                    <a:pt x="1575" y="353"/>
                    <a:pt x="1575" y="787"/>
                  </a:cubicBezTo>
                  <a:cubicBezTo>
                    <a:pt x="1575" y="2084"/>
                    <a:pt x="1575" y="2084"/>
                    <a:pt x="1575" y="2084"/>
                  </a:cubicBezTo>
                  <a:cubicBezTo>
                    <a:pt x="1575" y="2518"/>
                    <a:pt x="1222" y="2871"/>
                    <a:pt x="787" y="2871"/>
                  </a:cubicBezTo>
                  <a:close/>
                  <a:moveTo>
                    <a:pt x="787" y="12"/>
                  </a:moveTo>
                  <a:cubicBezTo>
                    <a:pt x="360" y="12"/>
                    <a:pt x="12" y="359"/>
                    <a:pt x="12" y="787"/>
                  </a:cubicBezTo>
                  <a:cubicBezTo>
                    <a:pt x="12" y="2084"/>
                    <a:pt x="12" y="2084"/>
                    <a:pt x="12" y="2084"/>
                  </a:cubicBezTo>
                  <a:cubicBezTo>
                    <a:pt x="12" y="2511"/>
                    <a:pt x="360" y="2859"/>
                    <a:pt x="787" y="2859"/>
                  </a:cubicBezTo>
                  <a:cubicBezTo>
                    <a:pt x="787" y="2859"/>
                    <a:pt x="787" y="2859"/>
                    <a:pt x="787" y="2859"/>
                  </a:cubicBezTo>
                  <a:cubicBezTo>
                    <a:pt x="1215" y="2859"/>
                    <a:pt x="1563" y="2511"/>
                    <a:pt x="1563" y="2084"/>
                  </a:cubicBezTo>
                  <a:cubicBezTo>
                    <a:pt x="1563" y="787"/>
                    <a:pt x="1563" y="787"/>
                    <a:pt x="1563" y="787"/>
                  </a:cubicBezTo>
                  <a:cubicBezTo>
                    <a:pt x="1563" y="359"/>
                    <a:pt x="1215" y="12"/>
                    <a:pt x="787" y="1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34" name="Google Shape;134;p26"/>
          <p:cNvGrpSpPr/>
          <p:nvPr/>
        </p:nvGrpSpPr>
        <p:grpSpPr>
          <a:xfrm>
            <a:off x="712974" y="-1057493"/>
            <a:ext cx="8695857" cy="5875668"/>
            <a:chOff x="712974" y="-1057493"/>
            <a:chExt cx="8695857" cy="5875668"/>
          </a:xfrm>
        </p:grpSpPr>
        <p:grpSp>
          <p:nvGrpSpPr>
            <p:cNvPr id="135" name="Google Shape;135;p26"/>
            <p:cNvGrpSpPr/>
            <p:nvPr/>
          </p:nvGrpSpPr>
          <p:grpSpPr>
            <a:xfrm>
              <a:off x="7257199" y="-1057493"/>
              <a:ext cx="64395" cy="1596993"/>
              <a:chOff x="911949" y="-535943"/>
              <a:chExt cx="64395" cy="1596993"/>
            </a:xfrm>
          </p:grpSpPr>
          <p:sp>
            <p:nvSpPr>
              <p:cNvPr id="136" name="Google Shape;136;p26"/>
              <p:cNvSpPr/>
              <p:nvPr/>
            </p:nvSpPr>
            <p:spPr>
              <a:xfrm rot="5400000">
                <a:off x="184246" y="217507"/>
                <a:ext cx="1519800" cy="129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7" name="Google Shape;137;p26"/>
              <p:cNvSpPr/>
              <p:nvPr/>
            </p:nvSpPr>
            <p:spPr>
              <a:xfrm rot="5400000">
                <a:off x="888337" y="973043"/>
                <a:ext cx="111618" cy="64395"/>
              </a:xfrm>
              <a:custGeom>
                <a:rect b="b" l="l" r="r" t="t"/>
                <a:pathLst>
                  <a:path extrusionOk="0" h="45" w="78">
                    <a:moveTo>
                      <a:pt x="0" y="23"/>
                    </a:moveTo>
                    <a:lnTo>
                      <a:pt x="39" y="0"/>
                    </a:lnTo>
                    <a:lnTo>
                      <a:pt x="78" y="23"/>
                    </a:lnTo>
                    <a:lnTo>
                      <a:pt x="39" y="45"/>
                    </a:lnTo>
                    <a:lnTo>
                      <a:pt x="0" y="2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38" name="Google Shape;138;p26"/>
            <p:cNvGrpSpPr/>
            <p:nvPr/>
          </p:nvGrpSpPr>
          <p:grpSpPr>
            <a:xfrm rot="10800000">
              <a:off x="712974" y="4753773"/>
              <a:ext cx="8695857" cy="64402"/>
              <a:chOff x="-182925" y="4544171"/>
              <a:chExt cx="8085408" cy="64395"/>
            </a:xfrm>
          </p:grpSpPr>
          <p:sp>
            <p:nvSpPr>
              <p:cNvPr id="139" name="Google Shape;139;p26"/>
              <p:cNvSpPr/>
              <p:nvPr/>
            </p:nvSpPr>
            <p:spPr>
              <a:xfrm>
                <a:off x="-182925" y="4569918"/>
                <a:ext cx="7989600" cy="129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0" name="Google Shape;140;p26"/>
              <p:cNvSpPr/>
              <p:nvPr/>
            </p:nvSpPr>
            <p:spPr>
              <a:xfrm>
                <a:off x="7789434" y="4544171"/>
                <a:ext cx="113049" cy="64395"/>
              </a:xfrm>
              <a:custGeom>
                <a:rect b="b" l="l" r="r" t="t"/>
                <a:pathLst>
                  <a:path extrusionOk="0" h="45" w="79">
                    <a:moveTo>
                      <a:pt x="0" y="23"/>
                    </a:moveTo>
                    <a:lnTo>
                      <a:pt x="39" y="0"/>
                    </a:lnTo>
                    <a:lnTo>
                      <a:pt x="79" y="23"/>
                    </a:lnTo>
                    <a:lnTo>
                      <a:pt x="39" y="45"/>
                    </a:lnTo>
                    <a:lnTo>
                      <a:pt x="0" y="2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1" name="Shape 141"/>
        <p:cNvGrpSpPr/>
        <p:nvPr/>
      </p:nvGrpSpPr>
      <p:grpSpPr>
        <a:xfrm>
          <a:off x="0" y="0"/>
          <a:ext cx="0" cy="0"/>
          <a:chOff x="0" y="0"/>
          <a:chExt cx="0" cy="0"/>
        </a:xfrm>
      </p:grpSpPr>
      <p:pic>
        <p:nvPicPr>
          <p:cNvPr id="142" name="Google Shape;142;p27"/>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43" name="Google Shape;143;p27"/>
          <p:cNvSpPr txBox="1"/>
          <p:nvPr>
            <p:ph type="title"/>
          </p:nvPr>
        </p:nvSpPr>
        <p:spPr>
          <a:xfrm>
            <a:off x="4135975" y="539500"/>
            <a:ext cx="4294800" cy="2095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4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44" name="Google Shape;144;p27"/>
          <p:cNvSpPr txBox="1"/>
          <p:nvPr>
            <p:ph idx="1" type="subTitle"/>
          </p:nvPr>
        </p:nvSpPr>
        <p:spPr>
          <a:xfrm>
            <a:off x="4135975" y="2634775"/>
            <a:ext cx="4294800" cy="1004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45" name="Google Shape;145;p27"/>
          <p:cNvGrpSpPr/>
          <p:nvPr/>
        </p:nvGrpSpPr>
        <p:grpSpPr>
          <a:xfrm rot="10800000">
            <a:off x="3697875" y="4456796"/>
            <a:ext cx="5634038" cy="71438"/>
            <a:chOff x="969625" y="4766808"/>
            <a:chExt cx="5634038" cy="71438"/>
          </a:xfrm>
        </p:grpSpPr>
        <p:sp>
          <p:nvSpPr>
            <p:cNvPr id="146" name="Google Shape;146;p27"/>
            <p:cNvSpPr/>
            <p:nvPr/>
          </p:nvSpPr>
          <p:spPr>
            <a:xfrm>
              <a:off x="969625" y="4795327"/>
              <a:ext cx="5527800" cy="14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7" name="Google Shape;147;p27"/>
            <p:cNvSpPr/>
            <p:nvPr/>
          </p:nvSpPr>
          <p:spPr>
            <a:xfrm>
              <a:off x="6478250" y="4766808"/>
              <a:ext cx="125413" cy="71438"/>
            </a:xfrm>
            <a:custGeom>
              <a:rect b="b" l="l" r="r" t="t"/>
              <a:pathLst>
                <a:path extrusionOk="0" h="45" w="79">
                  <a:moveTo>
                    <a:pt x="0" y="23"/>
                  </a:moveTo>
                  <a:lnTo>
                    <a:pt x="39" y="0"/>
                  </a:lnTo>
                  <a:lnTo>
                    <a:pt x="79" y="23"/>
                  </a:lnTo>
                  <a:lnTo>
                    <a:pt x="39" y="45"/>
                  </a:lnTo>
                  <a:lnTo>
                    <a:pt x="0" y="2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 name="Google Shape;148;p27"/>
            <p:cNvSpPr/>
            <p:nvPr/>
          </p:nvSpPr>
          <p:spPr>
            <a:xfrm>
              <a:off x="6478250" y="4766808"/>
              <a:ext cx="125413" cy="71438"/>
            </a:xfrm>
            <a:custGeom>
              <a:rect b="b" l="l" r="r" t="t"/>
              <a:pathLst>
                <a:path extrusionOk="0" h="45" w="79">
                  <a:moveTo>
                    <a:pt x="0" y="23"/>
                  </a:moveTo>
                  <a:lnTo>
                    <a:pt x="39" y="0"/>
                  </a:lnTo>
                  <a:lnTo>
                    <a:pt x="79" y="23"/>
                  </a:lnTo>
                  <a:lnTo>
                    <a:pt x="39" y="45"/>
                  </a:lnTo>
                  <a:lnTo>
                    <a:pt x="0" y="23"/>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49" name="Google Shape;149;p27"/>
          <p:cNvGrpSpPr/>
          <p:nvPr/>
        </p:nvGrpSpPr>
        <p:grpSpPr>
          <a:xfrm>
            <a:off x="-1269421" y="-1539067"/>
            <a:ext cx="4967292" cy="7392058"/>
            <a:chOff x="-1269421" y="-1539067"/>
            <a:chExt cx="4967292" cy="7392058"/>
          </a:xfrm>
        </p:grpSpPr>
        <p:sp>
          <p:nvSpPr>
            <p:cNvPr id="150" name="Google Shape;150;p27"/>
            <p:cNvSpPr/>
            <p:nvPr/>
          </p:nvSpPr>
          <p:spPr>
            <a:xfrm>
              <a:off x="-1156850" y="-1539067"/>
              <a:ext cx="1870076" cy="3409951"/>
            </a:xfrm>
            <a:custGeom>
              <a:rect b="b" l="l" r="r" t="t"/>
              <a:pathLst>
                <a:path extrusionOk="0" h="2871" w="1575">
                  <a:moveTo>
                    <a:pt x="787" y="2871"/>
                  </a:moveTo>
                  <a:cubicBezTo>
                    <a:pt x="353" y="2871"/>
                    <a:pt x="0" y="2518"/>
                    <a:pt x="0" y="2084"/>
                  </a:cubicBezTo>
                  <a:cubicBezTo>
                    <a:pt x="0" y="787"/>
                    <a:pt x="0" y="787"/>
                    <a:pt x="0" y="787"/>
                  </a:cubicBezTo>
                  <a:cubicBezTo>
                    <a:pt x="0" y="353"/>
                    <a:pt x="353" y="0"/>
                    <a:pt x="787" y="0"/>
                  </a:cubicBezTo>
                  <a:cubicBezTo>
                    <a:pt x="1222" y="0"/>
                    <a:pt x="1575" y="353"/>
                    <a:pt x="1575" y="787"/>
                  </a:cubicBezTo>
                  <a:cubicBezTo>
                    <a:pt x="1575" y="2084"/>
                    <a:pt x="1575" y="2084"/>
                    <a:pt x="1575" y="2084"/>
                  </a:cubicBezTo>
                  <a:cubicBezTo>
                    <a:pt x="1575" y="2518"/>
                    <a:pt x="1222" y="2871"/>
                    <a:pt x="787" y="2871"/>
                  </a:cubicBezTo>
                  <a:close/>
                  <a:moveTo>
                    <a:pt x="787" y="12"/>
                  </a:moveTo>
                  <a:cubicBezTo>
                    <a:pt x="360" y="12"/>
                    <a:pt x="12" y="359"/>
                    <a:pt x="12" y="787"/>
                  </a:cubicBezTo>
                  <a:cubicBezTo>
                    <a:pt x="12" y="2084"/>
                    <a:pt x="12" y="2084"/>
                    <a:pt x="12" y="2084"/>
                  </a:cubicBezTo>
                  <a:cubicBezTo>
                    <a:pt x="12" y="2511"/>
                    <a:pt x="360" y="2859"/>
                    <a:pt x="787" y="2859"/>
                  </a:cubicBezTo>
                  <a:cubicBezTo>
                    <a:pt x="787" y="2859"/>
                    <a:pt x="787" y="2859"/>
                    <a:pt x="787" y="2859"/>
                  </a:cubicBezTo>
                  <a:cubicBezTo>
                    <a:pt x="1215" y="2859"/>
                    <a:pt x="1563" y="2511"/>
                    <a:pt x="1563" y="2084"/>
                  </a:cubicBezTo>
                  <a:cubicBezTo>
                    <a:pt x="1563" y="787"/>
                    <a:pt x="1563" y="787"/>
                    <a:pt x="1563" y="787"/>
                  </a:cubicBezTo>
                  <a:cubicBezTo>
                    <a:pt x="1563" y="359"/>
                    <a:pt x="1215" y="12"/>
                    <a:pt x="787" y="1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1" name="Google Shape;151;p27"/>
            <p:cNvSpPr/>
            <p:nvPr/>
          </p:nvSpPr>
          <p:spPr>
            <a:xfrm rot="5400000">
              <a:off x="-146263" y="2008857"/>
              <a:ext cx="2720976" cy="4967292"/>
            </a:xfrm>
            <a:custGeom>
              <a:rect b="b" l="l" r="r" t="t"/>
              <a:pathLst>
                <a:path extrusionOk="0" h="4183" w="2292">
                  <a:moveTo>
                    <a:pt x="1146" y="4183"/>
                  </a:moveTo>
                  <a:cubicBezTo>
                    <a:pt x="840" y="4183"/>
                    <a:pt x="552" y="4064"/>
                    <a:pt x="336" y="3847"/>
                  </a:cubicBezTo>
                  <a:cubicBezTo>
                    <a:pt x="119" y="3631"/>
                    <a:pt x="0" y="3343"/>
                    <a:pt x="0" y="3037"/>
                  </a:cubicBezTo>
                  <a:cubicBezTo>
                    <a:pt x="0" y="1145"/>
                    <a:pt x="0" y="1145"/>
                    <a:pt x="0" y="1145"/>
                  </a:cubicBezTo>
                  <a:cubicBezTo>
                    <a:pt x="0" y="839"/>
                    <a:pt x="119" y="552"/>
                    <a:pt x="336" y="335"/>
                  </a:cubicBezTo>
                  <a:cubicBezTo>
                    <a:pt x="552" y="119"/>
                    <a:pt x="840" y="0"/>
                    <a:pt x="1146" y="0"/>
                  </a:cubicBezTo>
                  <a:cubicBezTo>
                    <a:pt x="1452" y="0"/>
                    <a:pt x="1740" y="119"/>
                    <a:pt x="1956" y="335"/>
                  </a:cubicBezTo>
                  <a:cubicBezTo>
                    <a:pt x="2173" y="552"/>
                    <a:pt x="2292" y="839"/>
                    <a:pt x="2292" y="1145"/>
                  </a:cubicBezTo>
                  <a:cubicBezTo>
                    <a:pt x="2292" y="3037"/>
                    <a:pt x="2292" y="3037"/>
                    <a:pt x="2292" y="3037"/>
                  </a:cubicBezTo>
                  <a:cubicBezTo>
                    <a:pt x="2292" y="3343"/>
                    <a:pt x="2173" y="3631"/>
                    <a:pt x="1956" y="3847"/>
                  </a:cubicBezTo>
                  <a:cubicBezTo>
                    <a:pt x="1740" y="4064"/>
                    <a:pt x="1452" y="4183"/>
                    <a:pt x="1146" y="4183"/>
                  </a:cubicBezTo>
                  <a:close/>
                  <a:moveTo>
                    <a:pt x="1146" y="12"/>
                  </a:moveTo>
                  <a:cubicBezTo>
                    <a:pt x="521" y="12"/>
                    <a:pt x="12" y="520"/>
                    <a:pt x="12" y="1145"/>
                  </a:cubicBezTo>
                  <a:cubicBezTo>
                    <a:pt x="12" y="3037"/>
                    <a:pt x="12" y="3037"/>
                    <a:pt x="12" y="3037"/>
                  </a:cubicBezTo>
                  <a:cubicBezTo>
                    <a:pt x="12" y="3662"/>
                    <a:pt x="521" y="4171"/>
                    <a:pt x="1146" y="4171"/>
                  </a:cubicBezTo>
                  <a:cubicBezTo>
                    <a:pt x="1146" y="4171"/>
                    <a:pt x="1146" y="4171"/>
                    <a:pt x="1146" y="4171"/>
                  </a:cubicBezTo>
                  <a:cubicBezTo>
                    <a:pt x="1771" y="4171"/>
                    <a:pt x="2280" y="3662"/>
                    <a:pt x="2280" y="3037"/>
                  </a:cubicBezTo>
                  <a:cubicBezTo>
                    <a:pt x="2280" y="1145"/>
                    <a:pt x="2280" y="1145"/>
                    <a:pt x="2280" y="1145"/>
                  </a:cubicBezTo>
                  <a:cubicBezTo>
                    <a:pt x="2280" y="520"/>
                    <a:pt x="1771" y="12"/>
                    <a:pt x="1146" y="1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2" name="Shape 152"/>
        <p:cNvGrpSpPr/>
        <p:nvPr/>
      </p:nvGrpSpPr>
      <p:grpSpPr>
        <a:xfrm>
          <a:off x="0" y="0"/>
          <a:ext cx="0" cy="0"/>
          <a:chOff x="0" y="0"/>
          <a:chExt cx="0" cy="0"/>
        </a:xfrm>
      </p:grpSpPr>
      <p:sp>
        <p:nvSpPr>
          <p:cNvPr id="153" name="Google Shape;153;p28"/>
          <p:cNvSpPr/>
          <p:nvPr>
            <p:ph idx="2" type="pic"/>
          </p:nvPr>
        </p:nvSpPr>
        <p:spPr>
          <a:xfrm>
            <a:off x="0" y="0"/>
            <a:ext cx="9144000" cy="5143500"/>
          </a:xfrm>
          <a:prstGeom prst="rect">
            <a:avLst/>
          </a:prstGeom>
          <a:noFill/>
          <a:ln>
            <a:noFill/>
          </a:ln>
        </p:spPr>
      </p:sp>
      <p:sp>
        <p:nvSpPr>
          <p:cNvPr id="154" name="Google Shape;154;p28"/>
          <p:cNvSpPr txBox="1"/>
          <p:nvPr>
            <p:ph type="title"/>
          </p:nvPr>
        </p:nvSpPr>
        <p:spPr>
          <a:xfrm>
            <a:off x="720000" y="539500"/>
            <a:ext cx="3635400" cy="11439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55" name="Shape 155"/>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156" name="Shape 156"/>
        <p:cNvGrpSpPr/>
        <p:nvPr/>
      </p:nvGrpSpPr>
      <p:grpSpPr>
        <a:xfrm>
          <a:off x="0" y="0"/>
          <a:ext cx="0" cy="0"/>
          <a:chOff x="0" y="0"/>
          <a:chExt cx="0" cy="0"/>
        </a:xfrm>
      </p:grpSpPr>
      <p:pic>
        <p:nvPicPr>
          <p:cNvPr id="157" name="Google Shape;157;p30"/>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158" name="Google Shape;158;p30"/>
          <p:cNvGrpSpPr/>
          <p:nvPr/>
        </p:nvGrpSpPr>
        <p:grpSpPr>
          <a:xfrm>
            <a:off x="-1353152" y="-951166"/>
            <a:ext cx="11547203" cy="7961265"/>
            <a:chOff x="-1353152" y="-951166"/>
            <a:chExt cx="11547203" cy="7961265"/>
          </a:xfrm>
        </p:grpSpPr>
        <p:sp>
          <p:nvSpPr>
            <p:cNvPr id="159" name="Google Shape;159;p30"/>
            <p:cNvSpPr/>
            <p:nvPr/>
          </p:nvSpPr>
          <p:spPr>
            <a:xfrm rot="-5400000">
              <a:off x="385162" y="-2689480"/>
              <a:ext cx="1490664" cy="4967292"/>
            </a:xfrm>
            <a:custGeom>
              <a:rect b="b" l="l" r="r" t="t"/>
              <a:pathLst>
                <a:path extrusionOk="0" h="4183" w="1255">
                  <a:moveTo>
                    <a:pt x="627" y="4183"/>
                  </a:moveTo>
                  <a:cubicBezTo>
                    <a:pt x="281" y="4183"/>
                    <a:pt x="0" y="3901"/>
                    <a:pt x="0" y="3555"/>
                  </a:cubicBezTo>
                  <a:cubicBezTo>
                    <a:pt x="0" y="627"/>
                    <a:pt x="0" y="627"/>
                    <a:pt x="0" y="627"/>
                  </a:cubicBezTo>
                  <a:cubicBezTo>
                    <a:pt x="0" y="281"/>
                    <a:pt x="281" y="0"/>
                    <a:pt x="627" y="0"/>
                  </a:cubicBezTo>
                  <a:cubicBezTo>
                    <a:pt x="973" y="0"/>
                    <a:pt x="1255" y="281"/>
                    <a:pt x="1255" y="627"/>
                  </a:cubicBezTo>
                  <a:cubicBezTo>
                    <a:pt x="1255" y="3555"/>
                    <a:pt x="1255" y="3555"/>
                    <a:pt x="1255" y="3555"/>
                  </a:cubicBezTo>
                  <a:cubicBezTo>
                    <a:pt x="1255" y="3901"/>
                    <a:pt x="973" y="4183"/>
                    <a:pt x="627" y="4183"/>
                  </a:cubicBezTo>
                  <a:close/>
                  <a:moveTo>
                    <a:pt x="627" y="12"/>
                  </a:moveTo>
                  <a:cubicBezTo>
                    <a:pt x="288" y="12"/>
                    <a:pt x="12" y="288"/>
                    <a:pt x="12" y="627"/>
                  </a:cubicBezTo>
                  <a:cubicBezTo>
                    <a:pt x="12" y="3555"/>
                    <a:pt x="12" y="3555"/>
                    <a:pt x="12" y="3555"/>
                  </a:cubicBezTo>
                  <a:cubicBezTo>
                    <a:pt x="12" y="3895"/>
                    <a:pt x="288" y="4171"/>
                    <a:pt x="627" y="4171"/>
                  </a:cubicBezTo>
                  <a:cubicBezTo>
                    <a:pt x="967" y="4171"/>
                    <a:pt x="1243" y="3895"/>
                    <a:pt x="1243" y="3555"/>
                  </a:cubicBezTo>
                  <a:cubicBezTo>
                    <a:pt x="1243" y="627"/>
                    <a:pt x="1243" y="627"/>
                    <a:pt x="1243" y="627"/>
                  </a:cubicBezTo>
                  <a:cubicBezTo>
                    <a:pt x="1243" y="288"/>
                    <a:pt x="967" y="12"/>
                    <a:pt x="627" y="1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0" name="Google Shape;160;p30"/>
            <p:cNvSpPr/>
            <p:nvPr/>
          </p:nvSpPr>
          <p:spPr>
            <a:xfrm rot="10800000">
              <a:off x="8703387" y="2042807"/>
              <a:ext cx="1490664" cy="4967292"/>
            </a:xfrm>
            <a:custGeom>
              <a:rect b="b" l="l" r="r" t="t"/>
              <a:pathLst>
                <a:path extrusionOk="0" h="4183" w="1255">
                  <a:moveTo>
                    <a:pt x="627" y="4183"/>
                  </a:moveTo>
                  <a:cubicBezTo>
                    <a:pt x="281" y="4183"/>
                    <a:pt x="0" y="3901"/>
                    <a:pt x="0" y="3555"/>
                  </a:cubicBezTo>
                  <a:cubicBezTo>
                    <a:pt x="0" y="627"/>
                    <a:pt x="0" y="627"/>
                    <a:pt x="0" y="627"/>
                  </a:cubicBezTo>
                  <a:cubicBezTo>
                    <a:pt x="0" y="281"/>
                    <a:pt x="281" y="0"/>
                    <a:pt x="627" y="0"/>
                  </a:cubicBezTo>
                  <a:cubicBezTo>
                    <a:pt x="973" y="0"/>
                    <a:pt x="1255" y="281"/>
                    <a:pt x="1255" y="627"/>
                  </a:cubicBezTo>
                  <a:cubicBezTo>
                    <a:pt x="1255" y="3555"/>
                    <a:pt x="1255" y="3555"/>
                    <a:pt x="1255" y="3555"/>
                  </a:cubicBezTo>
                  <a:cubicBezTo>
                    <a:pt x="1255" y="3901"/>
                    <a:pt x="973" y="4183"/>
                    <a:pt x="627" y="4183"/>
                  </a:cubicBezTo>
                  <a:close/>
                  <a:moveTo>
                    <a:pt x="627" y="12"/>
                  </a:moveTo>
                  <a:cubicBezTo>
                    <a:pt x="288" y="12"/>
                    <a:pt x="12" y="288"/>
                    <a:pt x="12" y="627"/>
                  </a:cubicBezTo>
                  <a:cubicBezTo>
                    <a:pt x="12" y="3555"/>
                    <a:pt x="12" y="3555"/>
                    <a:pt x="12" y="3555"/>
                  </a:cubicBezTo>
                  <a:cubicBezTo>
                    <a:pt x="12" y="3895"/>
                    <a:pt x="288" y="4171"/>
                    <a:pt x="627" y="4171"/>
                  </a:cubicBezTo>
                  <a:cubicBezTo>
                    <a:pt x="967" y="4171"/>
                    <a:pt x="1243" y="3895"/>
                    <a:pt x="1243" y="3555"/>
                  </a:cubicBezTo>
                  <a:cubicBezTo>
                    <a:pt x="1243" y="627"/>
                    <a:pt x="1243" y="627"/>
                    <a:pt x="1243" y="627"/>
                  </a:cubicBezTo>
                  <a:cubicBezTo>
                    <a:pt x="1243" y="288"/>
                    <a:pt x="967" y="12"/>
                    <a:pt x="627" y="1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1" name="Google Shape;161;p30"/>
          <p:cNvGrpSpPr/>
          <p:nvPr/>
        </p:nvGrpSpPr>
        <p:grpSpPr>
          <a:xfrm rot="5400000">
            <a:off x="985675" y="-382042"/>
            <a:ext cx="1771650" cy="71438"/>
            <a:chOff x="1150025" y="4460558"/>
            <a:chExt cx="1771650" cy="71438"/>
          </a:xfrm>
        </p:grpSpPr>
        <p:sp>
          <p:nvSpPr>
            <p:cNvPr id="162" name="Google Shape;162;p30"/>
            <p:cNvSpPr/>
            <p:nvPr/>
          </p:nvSpPr>
          <p:spPr>
            <a:xfrm>
              <a:off x="1150025" y="4489077"/>
              <a:ext cx="1686000" cy="14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3" name="Google Shape;163;p30"/>
            <p:cNvSpPr/>
            <p:nvPr/>
          </p:nvSpPr>
          <p:spPr>
            <a:xfrm>
              <a:off x="2797850" y="4460558"/>
              <a:ext cx="123825" cy="71438"/>
            </a:xfrm>
            <a:custGeom>
              <a:rect b="b" l="l" r="r" t="t"/>
              <a:pathLst>
                <a:path extrusionOk="0" h="45" w="78">
                  <a:moveTo>
                    <a:pt x="0" y="23"/>
                  </a:moveTo>
                  <a:lnTo>
                    <a:pt x="39" y="0"/>
                  </a:lnTo>
                  <a:lnTo>
                    <a:pt x="78" y="23"/>
                  </a:lnTo>
                  <a:lnTo>
                    <a:pt x="39" y="45"/>
                  </a:lnTo>
                  <a:lnTo>
                    <a:pt x="0" y="23"/>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164" name="Shape 164"/>
        <p:cNvGrpSpPr/>
        <p:nvPr/>
      </p:nvGrpSpPr>
      <p:grpSpPr>
        <a:xfrm>
          <a:off x="0" y="0"/>
          <a:ext cx="0" cy="0"/>
          <a:chOff x="0" y="0"/>
          <a:chExt cx="0" cy="0"/>
        </a:xfrm>
      </p:grpSpPr>
      <p:pic>
        <p:nvPicPr>
          <p:cNvPr id="165" name="Google Shape;165;p31"/>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166" name="Google Shape;166;p31"/>
          <p:cNvGrpSpPr/>
          <p:nvPr/>
        </p:nvGrpSpPr>
        <p:grpSpPr>
          <a:xfrm>
            <a:off x="-481650" y="795633"/>
            <a:ext cx="8912413" cy="4500744"/>
            <a:chOff x="-481650" y="795633"/>
            <a:chExt cx="8912413" cy="4500744"/>
          </a:xfrm>
        </p:grpSpPr>
        <p:grpSp>
          <p:nvGrpSpPr>
            <p:cNvPr id="167" name="Google Shape;167;p31"/>
            <p:cNvGrpSpPr/>
            <p:nvPr/>
          </p:nvGrpSpPr>
          <p:grpSpPr>
            <a:xfrm rot="-5400000">
              <a:off x="1013950" y="4374833"/>
              <a:ext cx="1771650" cy="71438"/>
              <a:chOff x="1150025" y="4460558"/>
              <a:chExt cx="1771650" cy="71438"/>
            </a:xfrm>
          </p:grpSpPr>
          <p:sp>
            <p:nvSpPr>
              <p:cNvPr id="168" name="Google Shape;168;p31"/>
              <p:cNvSpPr/>
              <p:nvPr/>
            </p:nvSpPr>
            <p:spPr>
              <a:xfrm>
                <a:off x="1150025" y="4489077"/>
                <a:ext cx="1686000" cy="14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9" name="Google Shape;169;p31"/>
              <p:cNvSpPr/>
              <p:nvPr/>
            </p:nvSpPr>
            <p:spPr>
              <a:xfrm>
                <a:off x="2797850" y="4460558"/>
                <a:ext cx="123825" cy="71438"/>
              </a:xfrm>
              <a:custGeom>
                <a:rect b="b" l="l" r="r" t="t"/>
                <a:pathLst>
                  <a:path extrusionOk="0" h="45" w="78">
                    <a:moveTo>
                      <a:pt x="0" y="23"/>
                    </a:moveTo>
                    <a:lnTo>
                      <a:pt x="39" y="0"/>
                    </a:lnTo>
                    <a:lnTo>
                      <a:pt x="78" y="23"/>
                    </a:lnTo>
                    <a:lnTo>
                      <a:pt x="39" y="45"/>
                    </a:lnTo>
                    <a:lnTo>
                      <a:pt x="0" y="23"/>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70" name="Google Shape;170;p31"/>
            <p:cNvGrpSpPr/>
            <p:nvPr/>
          </p:nvGrpSpPr>
          <p:grpSpPr>
            <a:xfrm>
              <a:off x="-481650" y="795633"/>
              <a:ext cx="8912413" cy="71438"/>
              <a:chOff x="-2308750" y="4879233"/>
              <a:chExt cx="8912413" cy="71438"/>
            </a:xfrm>
          </p:grpSpPr>
          <p:sp>
            <p:nvSpPr>
              <p:cNvPr id="171" name="Google Shape;171;p31"/>
              <p:cNvSpPr/>
              <p:nvPr/>
            </p:nvSpPr>
            <p:spPr>
              <a:xfrm>
                <a:off x="-2308750" y="4907750"/>
                <a:ext cx="8876100" cy="14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2" name="Google Shape;172;p31"/>
              <p:cNvSpPr/>
              <p:nvPr/>
            </p:nvSpPr>
            <p:spPr>
              <a:xfrm>
                <a:off x="6478250" y="4879233"/>
                <a:ext cx="125413" cy="71438"/>
              </a:xfrm>
              <a:custGeom>
                <a:rect b="b" l="l" r="r" t="t"/>
                <a:pathLst>
                  <a:path extrusionOk="0" h="45" w="79">
                    <a:moveTo>
                      <a:pt x="0" y="23"/>
                    </a:moveTo>
                    <a:lnTo>
                      <a:pt x="39" y="0"/>
                    </a:lnTo>
                    <a:lnTo>
                      <a:pt x="79" y="23"/>
                    </a:lnTo>
                    <a:lnTo>
                      <a:pt x="39" y="45"/>
                    </a:lnTo>
                    <a:lnTo>
                      <a:pt x="0" y="2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3" name="Google Shape;173;p31"/>
              <p:cNvSpPr/>
              <p:nvPr/>
            </p:nvSpPr>
            <p:spPr>
              <a:xfrm>
                <a:off x="6478250" y="4879233"/>
                <a:ext cx="125413" cy="71438"/>
              </a:xfrm>
              <a:custGeom>
                <a:rect b="b" l="l" r="r" t="t"/>
                <a:pathLst>
                  <a:path extrusionOk="0" h="45" w="79">
                    <a:moveTo>
                      <a:pt x="0" y="23"/>
                    </a:moveTo>
                    <a:lnTo>
                      <a:pt x="39" y="0"/>
                    </a:lnTo>
                    <a:lnTo>
                      <a:pt x="79" y="23"/>
                    </a:lnTo>
                    <a:lnTo>
                      <a:pt x="39" y="45"/>
                    </a:lnTo>
                    <a:lnTo>
                      <a:pt x="0" y="23"/>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174" name="Google Shape;174;p31"/>
          <p:cNvGrpSpPr/>
          <p:nvPr/>
        </p:nvGrpSpPr>
        <p:grpSpPr>
          <a:xfrm>
            <a:off x="539287" y="-1724343"/>
            <a:ext cx="9382164" cy="10216367"/>
            <a:chOff x="539287" y="-1724343"/>
            <a:chExt cx="9382164" cy="10216367"/>
          </a:xfrm>
        </p:grpSpPr>
        <p:sp>
          <p:nvSpPr>
            <p:cNvPr id="175" name="Google Shape;175;p31"/>
            <p:cNvSpPr/>
            <p:nvPr/>
          </p:nvSpPr>
          <p:spPr>
            <a:xfrm>
              <a:off x="8430787" y="-1724343"/>
              <a:ext cx="1490664" cy="4967292"/>
            </a:xfrm>
            <a:custGeom>
              <a:rect b="b" l="l" r="r" t="t"/>
              <a:pathLst>
                <a:path extrusionOk="0" h="4183" w="1255">
                  <a:moveTo>
                    <a:pt x="627" y="4183"/>
                  </a:moveTo>
                  <a:cubicBezTo>
                    <a:pt x="281" y="4183"/>
                    <a:pt x="0" y="3901"/>
                    <a:pt x="0" y="3555"/>
                  </a:cubicBezTo>
                  <a:cubicBezTo>
                    <a:pt x="0" y="627"/>
                    <a:pt x="0" y="627"/>
                    <a:pt x="0" y="627"/>
                  </a:cubicBezTo>
                  <a:cubicBezTo>
                    <a:pt x="0" y="281"/>
                    <a:pt x="281" y="0"/>
                    <a:pt x="627" y="0"/>
                  </a:cubicBezTo>
                  <a:cubicBezTo>
                    <a:pt x="973" y="0"/>
                    <a:pt x="1255" y="281"/>
                    <a:pt x="1255" y="627"/>
                  </a:cubicBezTo>
                  <a:cubicBezTo>
                    <a:pt x="1255" y="3555"/>
                    <a:pt x="1255" y="3555"/>
                    <a:pt x="1255" y="3555"/>
                  </a:cubicBezTo>
                  <a:cubicBezTo>
                    <a:pt x="1255" y="3901"/>
                    <a:pt x="973" y="4183"/>
                    <a:pt x="627" y="4183"/>
                  </a:cubicBezTo>
                  <a:close/>
                  <a:moveTo>
                    <a:pt x="627" y="12"/>
                  </a:moveTo>
                  <a:cubicBezTo>
                    <a:pt x="288" y="12"/>
                    <a:pt x="12" y="288"/>
                    <a:pt x="12" y="627"/>
                  </a:cubicBezTo>
                  <a:cubicBezTo>
                    <a:pt x="12" y="3555"/>
                    <a:pt x="12" y="3555"/>
                    <a:pt x="12" y="3555"/>
                  </a:cubicBezTo>
                  <a:cubicBezTo>
                    <a:pt x="12" y="3895"/>
                    <a:pt x="288" y="4171"/>
                    <a:pt x="627" y="4171"/>
                  </a:cubicBezTo>
                  <a:cubicBezTo>
                    <a:pt x="967" y="4171"/>
                    <a:pt x="1243" y="3895"/>
                    <a:pt x="1243" y="3555"/>
                  </a:cubicBezTo>
                  <a:cubicBezTo>
                    <a:pt x="1243" y="627"/>
                    <a:pt x="1243" y="627"/>
                    <a:pt x="1243" y="627"/>
                  </a:cubicBezTo>
                  <a:cubicBezTo>
                    <a:pt x="1243" y="288"/>
                    <a:pt x="967" y="12"/>
                    <a:pt x="627" y="1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6" name="Google Shape;176;p31"/>
            <p:cNvSpPr/>
            <p:nvPr/>
          </p:nvSpPr>
          <p:spPr>
            <a:xfrm>
              <a:off x="539287" y="3524732"/>
              <a:ext cx="2720976" cy="4967292"/>
            </a:xfrm>
            <a:custGeom>
              <a:rect b="b" l="l" r="r" t="t"/>
              <a:pathLst>
                <a:path extrusionOk="0" h="4183" w="2292">
                  <a:moveTo>
                    <a:pt x="1146" y="4183"/>
                  </a:moveTo>
                  <a:cubicBezTo>
                    <a:pt x="840" y="4183"/>
                    <a:pt x="552" y="4064"/>
                    <a:pt x="336" y="3847"/>
                  </a:cubicBezTo>
                  <a:cubicBezTo>
                    <a:pt x="119" y="3631"/>
                    <a:pt x="0" y="3343"/>
                    <a:pt x="0" y="3037"/>
                  </a:cubicBezTo>
                  <a:cubicBezTo>
                    <a:pt x="0" y="1145"/>
                    <a:pt x="0" y="1145"/>
                    <a:pt x="0" y="1145"/>
                  </a:cubicBezTo>
                  <a:cubicBezTo>
                    <a:pt x="0" y="839"/>
                    <a:pt x="119" y="552"/>
                    <a:pt x="336" y="335"/>
                  </a:cubicBezTo>
                  <a:cubicBezTo>
                    <a:pt x="552" y="119"/>
                    <a:pt x="840" y="0"/>
                    <a:pt x="1146" y="0"/>
                  </a:cubicBezTo>
                  <a:cubicBezTo>
                    <a:pt x="1452" y="0"/>
                    <a:pt x="1740" y="119"/>
                    <a:pt x="1956" y="335"/>
                  </a:cubicBezTo>
                  <a:cubicBezTo>
                    <a:pt x="2173" y="552"/>
                    <a:pt x="2292" y="839"/>
                    <a:pt x="2292" y="1145"/>
                  </a:cubicBezTo>
                  <a:cubicBezTo>
                    <a:pt x="2292" y="3037"/>
                    <a:pt x="2292" y="3037"/>
                    <a:pt x="2292" y="3037"/>
                  </a:cubicBezTo>
                  <a:cubicBezTo>
                    <a:pt x="2292" y="3343"/>
                    <a:pt x="2173" y="3631"/>
                    <a:pt x="1956" y="3847"/>
                  </a:cubicBezTo>
                  <a:cubicBezTo>
                    <a:pt x="1740" y="4064"/>
                    <a:pt x="1452" y="4183"/>
                    <a:pt x="1146" y="4183"/>
                  </a:cubicBezTo>
                  <a:close/>
                  <a:moveTo>
                    <a:pt x="1146" y="12"/>
                  </a:moveTo>
                  <a:cubicBezTo>
                    <a:pt x="521" y="12"/>
                    <a:pt x="12" y="520"/>
                    <a:pt x="12" y="1145"/>
                  </a:cubicBezTo>
                  <a:cubicBezTo>
                    <a:pt x="12" y="3037"/>
                    <a:pt x="12" y="3037"/>
                    <a:pt x="12" y="3037"/>
                  </a:cubicBezTo>
                  <a:cubicBezTo>
                    <a:pt x="12" y="3662"/>
                    <a:pt x="521" y="4171"/>
                    <a:pt x="1146" y="4171"/>
                  </a:cubicBezTo>
                  <a:cubicBezTo>
                    <a:pt x="1146" y="4171"/>
                    <a:pt x="1146" y="4171"/>
                    <a:pt x="1146" y="4171"/>
                  </a:cubicBezTo>
                  <a:cubicBezTo>
                    <a:pt x="1771" y="4171"/>
                    <a:pt x="2280" y="3662"/>
                    <a:pt x="2280" y="3037"/>
                  </a:cubicBezTo>
                  <a:cubicBezTo>
                    <a:pt x="2280" y="1145"/>
                    <a:pt x="2280" y="1145"/>
                    <a:pt x="2280" y="1145"/>
                  </a:cubicBezTo>
                  <a:cubicBezTo>
                    <a:pt x="2280" y="520"/>
                    <a:pt x="1771" y="12"/>
                    <a:pt x="1146" y="1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DM Sans"/>
              <a:buNone/>
              <a:defRPr b="1" i="0" sz="3000" u="none" cap="none" strike="noStrike">
                <a:solidFill>
                  <a:schemeClr val="dk1"/>
                </a:solidFill>
                <a:latin typeface="DM Sans"/>
                <a:ea typeface="DM Sans"/>
                <a:cs typeface="DM Sans"/>
                <a:sym typeface="DM Sans"/>
              </a:defRPr>
            </a:lvl1pPr>
            <a:lvl2pPr lvl="1" marR="0" rtl="0" algn="l">
              <a:lnSpc>
                <a:spcPct val="100000"/>
              </a:lnSpc>
              <a:spcBef>
                <a:spcPts val="0"/>
              </a:spcBef>
              <a:spcAft>
                <a:spcPts val="0"/>
              </a:spcAft>
              <a:buClr>
                <a:schemeClr val="dk1"/>
              </a:buClr>
              <a:buSzPts val="3000"/>
              <a:buFont typeface="DM Sans"/>
              <a:buNone/>
              <a:defRPr b="1" i="0" sz="3000" u="none" cap="none" strike="noStrike">
                <a:solidFill>
                  <a:schemeClr val="dk1"/>
                </a:solidFill>
                <a:latin typeface="DM Sans"/>
                <a:ea typeface="DM Sans"/>
                <a:cs typeface="DM Sans"/>
                <a:sym typeface="DM Sans"/>
              </a:defRPr>
            </a:lvl2pPr>
            <a:lvl3pPr lvl="2" marR="0" rtl="0" algn="l">
              <a:lnSpc>
                <a:spcPct val="100000"/>
              </a:lnSpc>
              <a:spcBef>
                <a:spcPts val="0"/>
              </a:spcBef>
              <a:spcAft>
                <a:spcPts val="0"/>
              </a:spcAft>
              <a:buClr>
                <a:schemeClr val="dk1"/>
              </a:buClr>
              <a:buSzPts val="3000"/>
              <a:buFont typeface="DM Sans"/>
              <a:buNone/>
              <a:defRPr b="1" i="0" sz="3000" u="none" cap="none" strike="noStrike">
                <a:solidFill>
                  <a:schemeClr val="dk1"/>
                </a:solidFill>
                <a:latin typeface="DM Sans"/>
                <a:ea typeface="DM Sans"/>
                <a:cs typeface="DM Sans"/>
                <a:sym typeface="DM Sans"/>
              </a:defRPr>
            </a:lvl3pPr>
            <a:lvl4pPr lvl="3" marR="0" rtl="0" algn="l">
              <a:lnSpc>
                <a:spcPct val="100000"/>
              </a:lnSpc>
              <a:spcBef>
                <a:spcPts val="0"/>
              </a:spcBef>
              <a:spcAft>
                <a:spcPts val="0"/>
              </a:spcAft>
              <a:buClr>
                <a:schemeClr val="dk1"/>
              </a:buClr>
              <a:buSzPts val="3000"/>
              <a:buFont typeface="DM Sans"/>
              <a:buNone/>
              <a:defRPr b="1" i="0" sz="3000" u="none" cap="none" strike="noStrike">
                <a:solidFill>
                  <a:schemeClr val="dk1"/>
                </a:solidFill>
                <a:latin typeface="DM Sans"/>
                <a:ea typeface="DM Sans"/>
                <a:cs typeface="DM Sans"/>
                <a:sym typeface="DM Sans"/>
              </a:defRPr>
            </a:lvl4pPr>
            <a:lvl5pPr lvl="4" marR="0" rtl="0" algn="l">
              <a:lnSpc>
                <a:spcPct val="100000"/>
              </a:lnSpc>
              <a:spcBef>
                <a:spcPts val="0"/>
              </a:spcBef>
              <a:spcAft>
                <a:spcPts val="0"/>
              </a:spcAft>
              <a:buClr>
                <a:schemeClr val="dk1"/>
              </a:buClr>
              <a:buSzPts val="3000"/>
              <a:buFont typeface="DM Sans"/>
              <a:buNone/>
              <a:defRPr b="1" i="0" sz="3000" u="none" cap="none" strike="noStrike">
                <a:solidFill>
                  <a:schemeClr val="dk1"/>
                </a:solidFill>
                <a:latin typeface="DM Sans"/>
                <a:ea typeface="DM Sans"/>
                <a:cs typeface="DM Sans"/>
                <a:sym typeface="DM Sans"/>
              </a:defRPr>
            </a:lvl5pPr>
            <a:lvl6pPr lvl="5" marR="0" rtl="0" algn="l">
              <a:lnSpc>
                <a:spcPct val="100000"/>
              </a:lnSpc>
              <a:spcBef>
                <a:spcPts val="0"/>
              </a:spcBef>
              <a:spcAft>
                <a:spcPts val="0"/>
              </a:spcAft>
              <a:buClr>
                <a:schemeClr val="dk1"/>
              </a:buClr>
              <a:buSzPts val="3000"/>
              <a:buFont typeface="DM Sans"/>
              <a:buNone/>
              <a:defRPr b="1" i="0" sz="3000" u="none" cap="none" strike="noStrike">
                <a:solidFill>
                  <a:schemeClr val="dk1"/>
                </a:solidFill>
                <a:latin typeface="DM Sans"/>
                <a:ea typeface="DM Sans"/>
                <a:cs typeface="DM Sans"/>
                <a:sym typeface="DM Sans"/>
              </a:defRPr>
            </a:lvl6pPr>
            <a:lvl7pPr lvl="6" marR="0" rtl="0" algn="l">
              <a:lnSpc>
                <a:spcPct val="100000"/>
              </a:lnSpc>
              <a:spcBef>
                <a:spcPts val="0"/>
              </a:spcBef>
              <a:spcAft>
                <a:spcPts val="0"/>
              </a:spcAft>
              <a:buClr>
                <a:schemeClr val="dk1"/>
              </a:buClr>
              <a:buSzPts val="3000"/>
              <a:buFont typeface="DM Sans"/>
              <a:buNone/>
              <a:defRPr b="1" i="0" sz="3000" u="none" cap="none" strike="noStrike">
                <a:solidFill>
                  <a:schemeClr val="dk1"/>
                </a:solidFill>
                <a:latin typeface="DM Sans"/>
                <a:ea typeface="DM Sans"/>
                <a:cs typeface="DM Sans"/>
                <a:sym typeface="DM Sans"/>
              </a:defRPr>
            </a:lvl7pPr>
            <a:lvl8pPr lvl="7" marR="0" rtl="0" algn="l">
              <a:lnSpc>
                <a:spcPct val="100000"/>
              </a:lnSpc>
              <a:spcBef>
                <a:spcPts val="0"/>
              </a:spcBef>
              <a:spcAft>
                <a:spcPts val="0"/>
              </a:spcAft>
              <a:buClr>
                <a:schemeClr val="dk1"/>
              </a:buClr>
              <a:buSzPts val="3000"/>
              <a:buFont typeface="DM Sans"/>
              <a:buNone/>
              <a:defRPr b="1" i="0" sz="3000" u="none" cap="none" strike="noStrike">
                <a:solidFill>
                  <a:schemeClr val="dk1"/>
                </a:solidFill>
                <a:latin typeface="DM Sans"/>
                <a:ea typeface="DM Sans"/>
                <a:cs typeface="DM Sans"/>
                <a:sym typeface="DM Sans"/>
              </a:defRPr>
            </a:lvl8pPr>
            <a:lvl9pPr lvl="8" marR="0" rtl="0" algn="l">
              <a:lnSpc>
                <a:spcPct val="100000"/>
              </a:lnSpc>
              <a:spcBef>
                <a:spcPts val="0"/>
              </a:spcBef>
              <a:spcAft>
                <a:spcPts val="0"/>
              </a:spcAft>
              <a:buClr>
                <a:schemeClr val="dk1"/>
              </a:buClr>
              <a:buSzPts val="3000"/>
              <a:buFont typeface="DM Sans"/>
              <a:buNone/>
              <a:defRPr b="1" i="0" sz="3000" u="none" cap="none" strike="noStrike">
                <a:solidFill>
                  <a:schemeClr val="dk1"/>
                </a:solidFill>
                <a:latin typeface="DM Sans"/>
                <a:ea typeface="DM Sans"/>
                <a:cs typeface="DM Sans"/>
                <a:sym typeface="DM Sans"/>
              </a:defRPr>
            </a:lvl9pPr>
          </a:lstStyle>
          <a:p/>
        </p:txBody>
      </p:sp>
      <p:sp>
        <p:nvSpPr>
          <p:cNvPr id="7" name="Google Shape;7;p17"/>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1pPr>
            <a:lvl2pPr indent="-317500" lvl="1" marL="9144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2pPr>
            <a:lvl3pPr indent="-317500" lvl="2" marL="13716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3pPr>
            <a:lvl4pPr indent="-317500" lvl="3" marL="18288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4pPr>
            <a:lvl5pPr indent="-317500" lvl="4" marL="22860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5pPr>
            <a:lvl6pPr indent="-317500" lvl="5" marL="27432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6pPr>
            <a:lvl7pPr indent="-317500" lvl="6" marL="32004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7pPr>
            <a:lvl8pPr indent="-317500" lvl="7" marL="36576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8pPr>
            <a:lvl9pPr indent="-317500" lvl="8" marL="41148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
          <p:cNvSpPr txBox="1"/>
          <p:nvPr>
            <p:ph type="ctrTitle"/>
          </p:nvPr>
        </p:nvSpPr>
        <p:spPr>
          <a:xfrm>
            <a:off x="898450" y="1162492"/>
            <a:ext cx="7756602" cy="155887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b="0" lang="es-ES">
                <a:latin typeface="DM Sans ExtraBold"/>
                <a:ea typeface="DM Sans ExtraBold"/>
                <a:cs typeface="DM Sans ExtraBold"/>
                <a:sym typeface="DM Sans ExtraBold"/>
              </a:rPr>
              <a:t>Tarea 2 – Programación en Ciencia de Datos</a:t>
            </a:r>
            <a:endParaRPr b="0">
              <a:latin typeface="DM Sans ExtraBold"/>
              <a:ea typeface="DM Sans ExtraBold"/>
              <a:cs typeface="DM Sans ExtraBold"/>
              <a:sym typeface="DM Sans ExtraBold"/>
            </a:endParaRPr>
          </a:p>
        </p:txBody>
      </p:sp>
      <p:sp>
        <p:nvSpPr>
          <p:cNvPr id="182" name="Google Shape;182;p1"/>
          <p:cNvSpPr txBox="1"/>
          <p:nvPr>
            <p:ph idx="1" type="subTitle"/>
          </p:nvPr>
        </p:nvSpPr>
        <p:spPr>
          <a:xfrm>
            <a:off x="898450" y="2721362"/>
            <a:ext cx="6957000" cy="4758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400"/>
              <a:buNone/>
            </a:pPr>
            <a:r>
              <a:rPr lang="es-ES" sz="1600"/>
              <a:t>Tema: Supermercado — Servidor: SQL Server</a:t>
            </a:r>
            <a:endParaRPr sz="1600"/>
          </a:p>
        </p:txBody>
      </p:sp>
      <p:sp>
        <p:nvSpPr>
          <p:cNvPr id="183" name="Google Shape;183;p1"/>
          <p:cNvSpPr/>
          <p:nvPr/>
        </p:nvSpPr>
        <p:spPr>
          <a:xfrm rot="5400000">
            <a:off x="625212" y="973043"/>
            <a:ext cx="111618" cy="64395"/>
          </a:xfrm>
          <a:custGeom>
            <a:rect b="b" l="l" r="r" t="t"/>
            <a:pathLst>
              <a:path extrusionOk="0" h="45" w="78">
                <a:moveTo>
                  <a:pt x="0" y="23"/>
                </a:moveTo>
                <a:lnTo>
                  <a:pt x="39" y="0"/>
                </a:lnTo>
                <a:lnTo>
                  <a:pt x="78" y="23"/>
                </a:lnTo>
                <a:lnTo>
                  <a:pt x="39" y="45"/>
                </a:lnTo>
                <a:lnTo>
                  <a:pt x="0" y="23"/>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4" name="Google Shape;184;p1"/>
          <p:cNvSpPr txBox="1"/>
          <p:nvPr/>
        </p:nvSpPr>
        <p:spPr>
          <a:xfrm>
            <a:off x="4274288" y="3981008"/>
            <a:ext cx="3581162" cy="413783"/>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400"/>
              <a:buFont typeface="Lato"/>
              <a:buNone/>
            </a:pPr>
            <a:r>
              <a:rPr b="0" i="0" lang="es-ES" sz="1200" u="none" cap="none" strike="noStrike">
                <a:solidFill>
                  <a:schemeClr val="dk1"/>
                </a:solidFill>
                <a:latin typeface="Lato"/>
                <a:ea typeface="Lato"/>
                <a:cs typeface="Lato"/>
                <a:sym typeface="Lato"/>
              </a:rPr>
              <a:t>Yanjun Chen, Hengyi Du y Xiuhuang Zhan Zhang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s-ES"/>
              <a:t>Contenido de la presentación</a:t>
            </a:r>
            <a:endParaRPr sz="3000">
              <a:latin typeface="DM Sans ExtraBold"/>
              <a:ea typeface="DM Sans ExtraBold"/>
              <a:cs typeface="DM Sans ExtraBold"/>
              <a:sym typeface="DM Sans ExtraBold"/>
            </a:endParaRPr>
          </a:p>
        </p:txBody>
      </p:sp>
      <p:sp>
        <p:nvSpPr>
          <p:cNvPr id="190" name="Google Shape;190;p2"/>
          <p:cNvSpPr txBox="1"/>
          <p:nvPr>
            <p:ph idx="4294967295" type="body"/>
          </p:nvPr>
        </p:nvSpPr>
        <p:spPr>
          <a:xfrm>
            <a:off x="720000" y="1074725"/>
            <a:ext cx="7704000" cy="50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s-ES"/>
              <a:t>Resumen de las secciones del proyecto y del análisis</a:t>
            </a:r>
            <a:endParaRPr/>
          </a:p>
        </p:txBody>
      </p:sp>
      <p:graphicFrame>
        <p:nvGraphicFramePr>
          <p:cNvPr id="191" name="Google Shape;191;p2"/>
          <p:cNvGraphicFramePr/>
          <p:nvPr/>
        </p:nvGraphicFramePr>
        <p:xfrm>
          <a:off x="793225" y="1576035"/>
          <a:ext cx="3000000" cy="3000000"/>
        </p:xfrm>
        <a:graphic>
          <a:graphicData uri="http://schemas.openxmlformats.org/drawingml/2006/table">
            <a:tbl>
              <a:tblPr>
                <a:noFill/>
                <a:tableStyleId>{BD67E690-195C-4F6A-810C-84851278CF22}</a:tableStyleId>
              </a:tblPr>
              <a:tblGrid>
                <a:gridCol w="2298825"/>
                <a:gridCol w="5258725"/>
              </a:tblGrid>
              <a:tr h="368700">
                <a:tc>
                  <a:txBody>
                    <a:bodyPr/>
                    <a:lstStyle/>
                    <a:p>
                      <a:pPr indent="0" lvl="0" marL="0" marR="0" rtl="0" algn="l">
                        <a:lnSpc>
                          <a:spcPct val="100000"/>
                        </a:lnSpc>
                        <a:spcBef>
                          <a:spcPts val="0"/>
                        </a:spcBef>
                        <a:spcAft>
                          <a:spcPts val="0"/>
                        </a:spcAft>
                        <a:buClr>
                          <a:srgbClr val="000000"/>
                        </a:buClr>
                        <a:buSzPts val="1000"/>
                        <a:buFont typeface="Arial"/>
                        <a:buNone/>
                      </a:pPr>
                      <a:r>
                        <a:rPr lang="es-ES" sz="1000" u="sng" cap="none" strike="noStrike">
                          <a:solidFill>
                            <a:schemeClr val="hlink"/>
                          </a:solidFill>
                          <a:latin typeface="DM Sans ExtraBold"/>
                          <a:ea typeface="DM Sans ExtraBold"/>
                          <a:cs typeface="DM Sans ExtraBold"/>
                          <a:sym typeface="DM Sans ExtraBold"/>
                        </a:rPr>
                        <a:t>Objetivo y herramientas</a:t>
                      </a:r>
                      <a:endParaRPr sz="1000" u="sng" cap="none" strike="noStrike">
                        <a:solidFill>
                          <a:schemeClr val="dk1"/>
                        </a:solidFill>
                        <a:latin typeface="DM Sans ExtraBold"/>
                        <a:ea typeface="DM Sans ExtraBold"/>
                        <a:cs typeface="DM Sans ExtraBold"/>
                        <a:sym typeface="DM Sans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s-ES" sz="1000" u="none" cap="none" strike="noStrike">
                          <a:solidFill>
                            <a:schemeClr val="dk1"/>
                          </a:solidFill>
                          <a:latin typeface="Lato"/>
                          <a:ea typeface="Lato"/>
                          <a:cs typeface="Lato"/>
                          <a:sym typeface="Lato"/>
                        </a:rPr>
                        <a:t>SQL Server, Python, pyodbc, Pandas, scikit-learn</a:t>
                      </a:r>
                      <a:endParaRPr sz="1000" u="none" cap="none" strike="noStrike">
                        <a:solidFill>
                          <a:schemeClr val="dk1"/>
                        </a:solidFill>
                        <a:latin typeface="Lato"/>
                        <a:ea typeface="Lato"/>
                        <a:cs typeface="Lato"/>
                        <a:sym typeface="Lat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70150">
                <a:tc>
                  <a:txBody>
                    <a:bodyPr/>
                    <a:lstStyle/>
                    <a:p>
                      <a:pPr indent="0" lvl="0" marL="0" marR="0" rtl="0" algn="l">
                        <a:lnSpc>
                          <a:spcPct val="100000"/>
                        </a:lnSpc>
                        <a:spcBef>
                          <a:spcPts val="0"/>
                        </a:spcBef>
                        <a:spcAft>
                          <a:spcPts val="0"/>
                        </a:spcAft>
                        <a:buClr>
                          <a:srgbClr val="000000"/>
                        </a:buClr>
                        <a:buSzPts val="1000"/>
                        <a:buFont typeface="Arial"/>
                        <a:buNone/>
                      </a:pPr>
                      <a:r>
                        <a:rPr lang="es-ES" sz="1000" u="sng" cap="none" strike="noStrike">
                          <a:solidFill>
                            <a:schemeClr val="hlink"/>
                          </a:solidFill>
                          <a:latin typeface="DM Sans ExtraBold"/>
                          <a:ea typeface="DM Sans ExtraBold"/>
                          <a:cs typeface="DM Sans ExtraBold"/>
                          <a:sym typeface="DM Sans ExtraBold"/>
                        </a:rPr>
                        <a:t>Base de datos</a:t>
                      </a:r>
                      <a:endParaRPr sz="1000" u="sng" cap="none" strike="noStrike">
                        <a:solidFill>
                          <a:schemeClr val="dk1"/>
                        </a:solidFill>
                        <a:latin typeface="DM Sans ExtraBold"/>
                        <a:ea typeface="DM Sans ExtraBold"/>
                        <a:cs typeface="DM Sans ExtraBold"/>
                        <a:sym typeface="DM Sans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s-ES" sz="1000" u="none" cap="none" strike="noStrike">
                          <a:solidFill>
                            <a:schemeClr val="dk1"/>
                          </a:solidFill>
                          <a:latin typeface="Lato"/>
                          <a:ea typeface="Lato"/>
                          <a:cs typeface="Lato"/>
                          <a:sym typeface="Lato"/>
                        </a:rPr>
                        <a:t>Modelo Supermercado: tablas, claves y relaciones (Clientes, Productos, Pedidos, Detalles)</a:t>
                      </a:r>
                      <a:endParaRPr sz="1000" u="none" cap="none" strike="noStrike">
                        <a:solidFill>
                          <a:schemeClr val="dk1"/>
                        </a:solidFill>
                        <a:latin typeface="Lato"/>
                        <a:ea typeface="Lato"/>
                        <a:cs typeface="Lato"/>
                        <a:sym typeface="Lat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70150">
                <a:tc>
                  <a:txBody>
                    <a:bodyPr/>
                    <a:lstStyle/>
                    <a:p>
                      <a:pPr indent="0" lvl="0" marL="0" marR="0" rtl="0" algn="l">
                        <a:lnSpc>
                          <a:spcPct val="100000"/>
                        </a:lnSpc>
                        <a:spcBef>
                          <a:spcPts val="0"/>
                        </a:spcBef>
                        <a:spcAft>
                          <a:spcPts val="0"/>
                        </a:spcAft>
                        <a:buClr>
                          <a:srgbClr val="000000"/>
                        </a:buClr>
                        <a:buSzPts val="1000"/>
                        <a:buFont typeface="Arial"/>
                        <a:buNone/>
                      </a:pPr>
                      <a:r>
                        <a:rPr lang="es-ES" sz="1000" u="sng" cap="none" strike="noStrike">
                          <a:solidFill>
                            <a:schemeClr val="hlink"/>
                          </a:solidFill>
                          <a:latin typeface="DM Sans ExtraBold"/>
                          <a:ea typeface="DM Sans ExtraBold"/>
                          <a:cs typeface="DM Sans ExtraBold"/>
                          <a:sym typeface="DM Sans ExtraBold"/>
                        </a:rPr>
                        <a:t>Automatización desde Python</a:t>
                      </a:r>
                      <a:endParaRPr sz="1000" u="sng" cap="none" strike="noStrike">
                        <a:solidFill>
                          <a:schemeClr val="dk1"/>
                        </a:solidFill>
                        <a:latin typeface="DM Sans ExtraBold"/>
                        <a:ea typeface="DM Sans ExtraBold"/>
                        <a:cs typeface="DM Sans ExtraBold"/>
                        <a:sym typeface="DM Sans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s-ES" sz="1000" u="none" cap="none" strike="noStrike">
                          <a:solidFill>
                            <a:schemeClr val="dk1"/>
                          </a:solidFill>
                          <a:latin typeface="Lato"/>
                          <a:ea typeface="Lato"/>
                          <a:cs typeface="Lato"/>
                          <a:sym typeface="Lato"/>
                        </a:rPr>
                        <a:t>Scripts: creación de tablas, carga de CSV, consultas, UPDATE/DELETE</a:t>
                      </a:r>
                      <a:endParaRPr sz="1000" u="none" cap="none" strike="noStrike">
                        <a:solidFill>
                          <a:schemeClr val="dk1"/>
                        </a:solidFill>
                        <a:latin typeface="Lato"/>
                        <a:ea typeface="Lato"/>
                        <a:cs typeface="Lato"/>
                        <a:sym typeface="Lat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70150">
                <a:tc>
                  <a:txBody>
                    <a:bodyPr/>
                    <a:lstStyle/>
                    <a:p>
                      <a:pPr indent="0" lvl="0" marL="0" marR="0" rtl="0" algn="l">
                        <a:lnSpc>
                          <a:spcPct val="100000"/>
                        </a:lnSpc>
                        <a:spcBef>
                          <a:spcPts val="0"/>
                        </a:spcBef>
                        <a:spcAft>
                          <a:spcPts val="0"/>
                        </a:spcAft>
                        <a:buClr>
                          <a:srgbClr val="000000"/>
                        </a:buClr>
                        <a:buSzPts val="1000"/>
                        <a:buFont typeface="Arial"/>
                        <a:buNone/>
                      </a:pPr>
                      <a:r>
                        <a:rPr lang="es-ES" sz="1000" u="sng" cap="none" strike="noStrike">
                          <a:solidFill>
                            <a:schemeClr val="hlink"/>
                          </a:solidFill>
                          <a:latin typeface="DM Sans ExtraBold"/>
                          <a:ea typeface="DM Sans ExtraBold"/>
                          <a:cs typeface="DM Sans ExtraBold"/>
                          <a:sym typeface="DM Sans ExtraBold"/>
                        </a:rPr>
                        <a:t>Consultas y exportación</a:t>
                      </a:r>
                      <a:endParaRPr sz="1000" u="sng" cap="none" strike="noStrike">
                        <a:solidFill>
                          <a:schemeClr val="dk1"/>
                        </a:solidFill>
                        <a:latin typeface="DM Sans ExtraBold"/>
                        <a:ea typeface="DM Sans ExtraBold"/>
                        <a:cs typeface="DM Sans ExtraBold"/>
                        <a:sym typeface="DM Sans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s-ES" sz="1000" u="none" cap="none" strike="noStrike">
                          <a:solidFill>
                            <a:schemeClr val="dk1"/>
                          </a:solidFill>
                          <a:latin typeface="Lato"/>
                          <a:ea typeface="Lato"/>
                          <a:cs typeface="Lato"/>
                          <a:sym typeface="Lato"/>
                        </a:rPr>
                        <a:t>Consulta objetivo “total vendido por cliente” y exportación a total_vendido.csv</a:t>
                      </a:r>
                      <a:endParaRPr sz="1000" u="none" cap="none" strike="noStrike">
                        <a:solidFill>
                          <a:schemeClr val="dk1"/>
                        </a:solidFill>
                        <a:latin typeface="Lato"/>
                        <a:ea typeface="Lato"/>
                        <a:cs typeface="Lato"/>
                        <a:sym typeface="Lat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70150">
                <a:tc>
                  <a:txBody>
                    <a:bodyPr/>
                    <a:lstStyle/>
                    <a:p>
                      <a:pPr indent="0" lvl="0" marL="0" marR="0" rtl="0" algn="l">
                        <a:lnSpc>
                          <a:spcPct val="100000"/>
                        </a:lnSpc>
                        <a:spcBef>
                          <a:spcPts val="0"/>
                        </a:spcBef>
                        <a:spcAft>
                          <a:spcPts val="0"/>
                        </a:spcAft>
                        <a:buClr>
                          <a:srgbClr val="000000"/>
                        </a:buClr>
                        <a:buSzPts val="1000"/>
                        <a:buFont typeface="Arial"/>
                        <a:buNone/>
                      </a:pPr>
                      <a:r>
                        <a:rPr lang="es-ES" sz="1000" u="sng" cap="none" strike="noStrike">
                          <a:solidFill>
                            <a:schemeClr val="hlink"/>
                          </a:solidFill>
                          <a:latin typeface="DM Sans ExtraBold"/>
                          <a:ea typeface="DM Sans ExtraBold"/>
                          <a:cs typeface="DM Sans ExtraBold"/>
                          <a:sym typeface="DM Sans ExtraBold"/>
                        </a:rPr>
                        <a:t>Análisis en Jupyter</a:t>
                      </a:r>
                      <a:endParaRPr sz="1000" u="sng" cap="none" strike="noStrike">
                        <a:solidFill>
                          <a:schemeClr val="dk1"/>
                        </a:solidFill>
                        <a:latin typeface="DM Sans ExtraBold"/>
                        <a:ea typeface="DM Sans ExtraBold"/>
                        <a:cs typeface="DM Sans ExtraBold"/>
                        <a:sym typeface="DM Sans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s-ES" sz="1000" u="none" cap="none" strike="noStrike">
                          <a:solidFill>
                            <a:schemeClr val="dk1"/>
                          </a:solidFill>
                          <a:latin typeface="Lato"/>
                          <a:ea typeface="Lato"/>
                          <a:cs typeface="Lato"/>
                          <a:sym typeface="Lato"/>
                        </a:rPr>
                        <a:t>Descriptivo (gráficas), diagnóstico (correlación), predictivo (regresión lineal)</a:t>
                      </a:r>
                      <a:endParaRPr sz="1000" u="none" cap="none" strike="noStrike">
                        <a:solidFill>
                          <a:schemeClr val="dk1"/>
                        </a:solidFill>
                        <a:latin typeface="Lato"/>
                        <a:ea typeface="Lato"/>
                        <a:cs typeface="Lato"/>
                        <a:sym typeface="Lat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70150">
                <a:tc>
                  <a:txBody>
                    <a:bodyPr/>
                    <a:lstStyle/>
                    <a:p>
                      <a:pPr indent="0" lvl="0" marL="0" marR="0" rtl="0" algn="l">
                        <a:lnSpc>
                          <a:spcPct val="100000"/>
                        </a:lnSpc>
                        <a:spcBef>
                          <a:spcPts val="0"/>
                        </a:spcBef>
                        <a:spcAft>
                          <a:spcPts val="0"/>
                        </a:spcAft>
                        <a:buClr>
                          <a:srgbClr val="000000"/>
                        </a:buClr>
                        <a:buSzPts val="1000"/>
                        <a:buFont typeface="Arial"/>
                        <a:buNone/>
                      </a:pPr>
                      <a:r>
                        <a:rPr lang="es-ES" sz="1000" u="none" cap="none" strike="noStrike">
                          <a:solidFill>
                            <a:schemeClr val="dk1"/>
                          </a:solidFill>
                          <a:latin typeface="DM Sans ExtraBold"/>
                          <a:ea typeface="DM Sans ExtraBold"/>
                          <a:cs typeface="DM Sans ExtraBold"/>
                          <a:sym typeface="DM Sans ExtraBold"/>
                        </a:rPr>
                        <a:t>Conclusiones y recomendaciones</a:t>
                      </a:r>
                      <a:endParaRPr sz="1000" u="none" cap="none" strike="noStrike">
                        <a:solidFill>
                          <a:schemeClr val="dk1"/>
                        </a:solidFill>
                        <a:latin typeface="DM Sans ExtraBold"/>
                        <a:ea typeface="DM Sans ExtraBold"/>
                        <a:cs typeface="DM Sans ExtraBold"/>
                        <a:sym typeface="DM Sans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s-ES" sz="1000" u="none" cap="none" strike="noStrike">
                          <a:solidFill>
                            <a:schemeClr val="dk1"/>
                          </a:solidFill>
                          <a:latin typeface="Lato"/>
                          <a:ea typeface="Lato"/>
                          <a:cs typeface="Lato"/>
                          <a:sym typeface="Lato"/>
                        </a:rPr>
                        <a:t>Resultados clave + propuestas para aumentar gasto/frecuencia</a:t>
                      </a:r>
                      <a:endParaRPr b="1" sz="1000" u="sng" cap="none" strike="noStrike">
                        <a:solidFill>
                          <a:schemeClr val="dk1"/>
                        </a:solidFill>
                        <a:latin typeface="Lato"/>
                        <a:ea typeface="Lato"/>
                        <a:cs typeface="Lato"/>
                        <a:sym typeface="Lat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
          <p:cNvSpPr txBox="1"/>
          <p:nvPr>
            <p:ph type="title"/>
          </p:nvPr>
        </p:nvSpPr>
        <p:spPr>
          <a:xfrm>
            <a:off x="720000" y="2909475"/>
            <a:ext cx="8034140" cy="84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s-ES" sz="4000"/>
              <a:t>Descripción del proyecto</a:t>
            </a:r>
            <a:endParaRPr sz="4000"/>
          </a:p>
        </p:txBody>
      </p:sp>
      <p:sp>
        <p:nvSpPr>
          <p:cNvPr id="197" name="Google Shape;197;p3"/>
          <p:cNvSpPr txBox="1"/>
          <p:nvPr>
            <p:ph idx="1" type="subTitle"/>
          </p:nvPr>
        </p:nvSpPr>
        <p:spPr>
          <a:xfrm>
            <a:off x="720000" y="3644948"/>
            <a:ext cx="5617005" cy="643517"/>
          </a:xfrm>
          <a:prstGeom prst="rect">
            <a:avLst/>
          </a:prstGeom>
          <a:noFill/>
          <a:ln>
            <a:noFill/>
          </a:ln>
        </p:spPr>
        <p:txBody>
          <a:bodyPr anchorCtr="0" anchor="t" bIns="91425" lIns="91425" spcFirstLastPara="1" rIns="91425" wrap="square" tIns="91425">
            <a:noAutofit/>
          </a:bodyPr>
          <a:lstStyle/>
          <a:p>
            <a:pPr indent="-285750" lvl="0" marL="285750" rtl="0" algn="l">
              <a:lnSpc>
                <a:spcPct val="100000"/>
              </a:lnSpc>
              <a:spcBef>
                <a:spcPts val="0"/>
              </a:spcBef>
              <a:spcAft>
                <a:spcPts val="0"/>
              </a:spcAft>
              <a:buSzPts val="1400"/>
              <a:buFont typeface="Arial"/>
              <a:buChar char="•"/>
            </a:pPr>
            <a:r>
              <a:rPr lang="es-ES" sz="1400"/>
              <a:t>Se ha desarrollado una base de datos con temática de supermercado para registrar clientes, productos y pedidos. </a:t>
            </a:r>
            <a:endParaRPr/>
          </a:p>
        </p:txBody>
      </p:sp>
      <p:sp>
        <p:nvSpPr>
          <p:cNvPr id="198" name="Google Shape;198;p3"/>
          <p:cNvSpPr txBox="1"/>
          <p:nvPr>
            <p:ph idx="2" type="title"/>
          </p:nvPr>
        </p:nvSpPr>
        <p:spPr>
          <a:xfrm>
            <a:off x="720000" y="2244925"/>
            <a:ext cx="1324200" cy="841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s-ES"/>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s-ES"/>
              <a:t>Enfoque del Análisis</a:t>
            </a:r>
            <a:endParaRPr/>
          </a:p>
        </p:txBody>
      </p:sp>
      <p:sp>
        <p:nvSpPr>
          <p:cNvPr id="204" name="Google Shape;204;p4"/>
          <p:cNvSpPr txBox="1"/>
          <p:nvPr/>
        </p:nvSpPr>
        <p:spPr>
          <a:xfrm>
            <a:off x="1319758" y="1222005"/>
            <a:ext cx="3487200" cy="3393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None/>
            </a:pPr>
            <a:r>
              <a:rPr b="1" i="0" lang="es-ES" sz="2000" u="none" cap="none" strike="noStrike">
                <a:solidFill>
                  <a:schemeClr val="dk1"/>
                </a:solidFill>
                <a:latin typeface="DM Sans"/>
                <a:ea typeface="DM Sans"/>
                <a:cs typeface="DM Sans"/>
                <a:sym typeface="DM Sans"/>
              </a:rPr>
              <a:t>Enfoque del Análisis</a:t>
            </a:r>
            <a:endParaRPr b="1" i="0" sz="2000" u="none" cap="none" strike="noStrike">
              <a:solidFill>
                <a:schemeClr val="dk1"/>
              </a:solidFill>
              <a:latin typeface="DM Sans"/>
              <a:ea typeface="DM Sans"/>
              <a:cs typeface="DM Sans"/>
              <a:sym typeface="DM Sans"/>
            </a:endParaRPr>
          </a:p>
        </p:txBody>
      </p:sp>
      <p:sp>
        <p:nvSpPr>
          <p:cNvPr id="205" name="Google Shape;205;p4"/>
          <p:cNvSpPr txBox="1"/>
          <p:nvPr/>
        </p:nvSpPr>
        <p:spPr>
          <a:xfrm>
            <a:off x="604347" y="1929225"/>
            <a:ext cx="2355637" cy="4227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None/>
            </a:pPr>
            <a:r>
              <a:rPr b="1" i="0" lang="es-ES" sz="2000" u="none" cap="none" strike="noStrike">
                <a:solidFill>
                  <a:schemeClr val="dk1"/>
                </a:solidFill>
                <a:latin typeface="DM Sans"/>
                <a:ea typeface="DM Sans"/>
                <a:cs typeface="DM Sans"/>
                <a:sym typeface="DM Sans"/>
              </a:rPr>
              <a:t>Conceptos clave</a:t>
            </a:r>
            <a:endParaRPr b="1" i="0" sz="2000" u="none" cap="none" strike="noStrike">
              <a:solidFill>
                <a:schemeClr val="dk1"/>
              </a:solidFill>
              <a:latin typeface="DM Sans"/>
              <a:ea typeface="DM Sans"/>
              <a:cs typeface="DM Sans"/>
              <a:sym typeface="DM Sans"/>
            </a:endParaRPr>
          </a:p>
        </p:txBody>
      </p:sp>
      <p:sp>
        <p:nvSpPr>
          <p:cNvPr id="206" name="Google Shape;206;p4"/>
          <p:cNvSpPr txBox="1"/>
          <p:nvPr/>
        </p:nvSpPr>
        <p:spPr>
          <a:xfrm>
            <a:off x="2963581" y="1944210"/>
            <a:ext cx="2775300" cy="4227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None/>
            </a:pPr>
            <a:r>
              <a:rPr b="1" i="0" lang="es-ES" sz="2000" u="none" cap="none" strike="noStrike">
                <a:solidFill>
                  <a:schemeClr val="dk1"/>
                </a:solidFill>
                <a:latin typeface="DM Sans"/>
                <a:ea typeface="DM Sans"/>
                <a:cs typeface="DM Sans"/>
                <a:sym typeface="DM Sans"/>
              </a:rPr>
              <a:t>Métodos utilizados</a:t>
            </a:r>
            <a:endParaRPr b="1" i="0" sz="2000" u="none" cap="none" strike="noStrike">
              <a:solidFill>
                <a:schemeClr val="dk1"/>
              </a:solidFill>
              <a:latin typeface="DM Sans"/>
              <a:ea typeface="DM Sans"/>
              <a:cs typeface="DM Sans"/>
              <a:sym typeface="DM Sans"/>
            </a:endParaRPr>
          </a:p>
        </p:txBody>
      </p:sp>
      <p:sp>
        <p:nvSpPr>
          <p:cNvPr id="207" name="Google Shape;207;p4"/>
          <p:cNvSpPr txBox="1"/>
          <p:nvPr/>
        </p:nvSpPr>
        <p:spPr>
          <a:xfrm>
            <a:off x="604350" y="2351775"/>
            <a:ext cx="2459008" cy="1485934"/>
          </a:xfrm>
          <a:prstGeom prst="rect">
            <a:avLst/>
          </a:prstGeom>
          <a:noFill/>
          <a:ln>
            <a:noFill/>
          </a:ln>
        </p:spPr>
        <p:txBody>
          <a:bodyPr anchorCtr="0" anchor="t" bIns="91425" lIns="91425" spcFirstLastPara="1" rIns="91425" wrap="square" tIns="91425">
            <a:noAutofit/>
          </a:bodyPr>
          <a:lstStyle/>
          <a:p>
            <a:pPr indent="-285750" lvl="0" marL="285750" marR="0" rtl="0" algn="l">
              <a:lnSpc>
                <a:spcPct val="115000"/>
              </a:lnSpc>
              <a:spcBef>
                <a:spcPts val="0"/>
              </a:spcBef>
              <a:spcAft>
                <a:spcPts val="0"/>
              </a:spcAft>
              <a:buClr>
                <a:schemeClr val="accent1"/>
              </a:buClr>
              <a:buSzPts val="1400"/>
              <a:buFont typeface="Lato"/>
              <a:buChar char="●"/>
            </a:pPr>
            <a:r>
              <a:rPr b="0" i="0" lang="es-ES" sz="1200" u="none" cap="none" strike="noStrike">
                <a:solidFill>
                  <a:schemeClr val="dk1"/>
                </a:solidFill>
                <a:latin typeface="Lato"/>
                <a:ea typeface="Lato"/>
                <a:cs typeface="Lato"/>
                <a:sym typeface="Lato"/>
              </a:rPr>
              <a:t>Base de datos relacional </a:t>
            </a:r>
            <a:endParaRPr/>
          </a:p>
          <a:p>
            <a:pPr indent="-285750" lvl="0" marL="285750" marR="0" rtl="0" algn="l">
              <a:lnSpc>
                <a:spcPct val="115000"/>
              </a:lnSpc>
              <a:spcBef>
                <a:spcPts val="0"/>
              </a:spcBef>
              <a:spcAft>
                <a:spcPts val="0"/>
              </a:spcAft>
              <a:buClr>
                <a:schemeClr val="accent1"/>
              </a:buClr>
              <a:buSzPts val="1400"/>
              <a:buFont typeface="Lato"/>
              <a:buChar char="●"/>
            </a:pPr>
            <a:r>
              <a:rPr b="0" i="0" lang="es-ES" sz="1200" u="none" cap="none" strike="noStrike">
                <a:solidFill>
                  <a:schemeClr val="dk1"/>
                </a:solidFill>
                <a:latin typeface="Lato"/>
                <a:ea typeface="Lato"/>
                <a:cs typeface="Lato"/>
                <a:sym typeface="Lato"/>
              </a:rPr>
              <a:t>Cliente </a:t>
            </a:r>
            <a:endParaRPr/>
          </a:p>
          <a:p>
            <a:pPr indent="-285750" lvl="0" marL="285750" marR="0" rtl="0" algn="l">
              <a:lnSpc>
                <a:spcPct val="115000"/>
              </a:lnSpc>
              <a:spcBef>
                <a:spcPts val="0"/>
              </a:spcBef>
              <a:spcAft>
                <a:spcPts val="0"/>
              </a:spcAft>
              <a:buClr>
                <a:schemeClr val="accent1"/>
              </a:buClr>
              <a:buSzPts val="1400"/>
              <a:buFont typeface="Lato"/>
              <a:buChar char="●"/>
            </a:pPr>
            <a:r>
              <a:rPr b="0" i="0" lang="es-ES" sz="1200" u="none" cap="none" strike="noStrike">
                <a:solidFill>
                  <a:schemeClr val="dk1"/>
                </a:solidFill>
                <a:latin typeface="Lato"/>
                <a:ea typeface="Lato"/>
                <a:cs typeface="Lato"/>
                <a:sym typeface="Lato"/>
              </a:rPr>
              <a:t>Pedido </a:t>
            </a:r>
            <a:endParaRPr/>
          </a:p>
          <a:p>
            <a:pPr indent="-285750" lvl="0" marL="285750" marR="0" rtl="0" algn="l">
              <a:lnSpc>
                <a:spcPct val="115000"/>
              </a:lnSpc>
              <a:spcBef>
                <a:spcPts val="0"/>
              </a:spcBef>
              <a:spcAft>
                <a:spcPts val="0"/>
              </a:spcAft>
              <a:buClr>
                <a:schemeClr val="accent1"/>
              </a:buClr>
              <a:buSzPts val="1400"/>
              <a:buFont typeface="Lato"/>
              <a:buChar char="●"/>
            </a:pPr>
            <a:r>
              <a:rPr b="0" i="0" lang="es-ES" sz="1200" u="none" cap="none" strike="noStrike">
                <a:solidFill>
                  <a:schemeClr val="dk1"/>
                </a:solidFill>
                <a:latin typeface="Lato"/>
                <a:ea typeface="Lato"/>
                <a:cs typeface="Lato"/>
                <a:sym typeface="Lato"/>
              </a:rPr>
              <a:t>Ingresos </a:t>
            </a:r>
            <a:endParaRPr/>
          </a:p>
          <a:p>
            <a:pPr indent="-285750" lvl="0" marL="285750" marR="0" rtl="0" algn="l">
              <a:lnSpc>
                <a:spcPct val="115000"/>
              </a:lnSpc>
              <a:spcBef>
                <a:spcPts val="0"/>
              </a:spcBef>
              <a:spcAft>
                <a:spcPts val="0"/>
              </a:spcAft>
              <a:buClr>
                <a:schemeClr val="accent1"/>
              </a:buClr>
              <a:buSzPts val="1400"/>
              <a:buFont typeface="Lato"/>
              <a:buChar char="●"/>
            </a:pPr>
            <a:r>
              <a:rPr b="0" i="0" lang="es-ES" sz="1200" u="none" cap="none" strike="noStrike">
                <a:solidFill>
                  <a:schemeClr val="dk1"/>
                </a:solidFill>
                <a:latin typeface="Lato"/>
                <a:ea typeface="Lato"/>
                <a:cs typeface="Lato"/>
                <a:sym typeface="Lato"/>
              </a:rPr>
              <a:t>Frecuencia de compra</a:t>
            </a:r>
            <a:endParaRPr b="0" i="0" sz="1200" u="none" cap="none" strike="noStrike">
              <a:solidFill>
                <a:schemeClr val="dk1"/>
              </a:solidFill>
              <a:latin typeface="Lato"/>
              <a:ea typeface="Lato"/>
              <a:cs typeface="Lato"/>
              <a:sym typeface="Lato"/>
            </a:endParaRPr>
          </a:p>
        </p:txBody>
      </p:sp>
      <p:cxnSp>
        <p:nvCxnSpPr>
          <p:cNvPr id="208" name="Google Shape;208;p4"/>
          <p:cNvCxnSpPr>
            <a:stCxn id="204" idx="2"/>
            <a:endCxn id="205" idx="0"/>
          </p:cNvCxnSpPr>
          <p:nvPr/>
        </p:nvCxnSpPr>
        <p:spPr>
          <a:xfrm rot="5400000">
            <a:off x="2238808" y="1104555"/>
            <a:ext cx="367800" cy="1281300"/>
          </a:xfrm>
          <a:prstGeom prst="bentConnector3">
            <a:avLst>
              <a:gd fmla="val 50016" name="adj1"/>
            </a:avLst>
          </a:prstGeom>
          <a:noFill/>
          <a:ln cap="flat" cmpd="sng" w="9525">
            <a:solidFill>
              <a:schemeClr val="lt1"/>
            </a:solidFill>
            <a:prstDash val="solid"/>
            <a:round/>
            <a:headEnd len="sm" w="sm" type="none"/>
            <a:tailEnd len="med" w="med" type="diamond"/>
          </a:ln>
        </p:spPr>
      </p:cxnSp>
      <p:cxnSp>
        <p:nvCxnSpPr>
          <p:cNvPr id="209" name="Google Shape;209;p4"/>
          <p:cNvCxnSpPr>
            <a:stCxn id="204" idx="2"/>
            <a:endCxn id="206" idx="0"/>
          </p:cNvCxnSpPr>
          <p:nvPr/>
        </p:nvCxnSpPr>
        <p:spPr>
          <a:xfrm flipH="1" rot="-5400000">
            <a:off x="3515908" y="1108755"/>
            <a:ext cx="382800" cy="1287900"/>
          </a:xfrm>
          <a:prstGeom prst="bentConnector3">
            <a:avLst>
              <a:gd fmla="val 50013" name="adj1"/>
            </a:avLst>
          </a:prstGeom>
          <a:noFill/>
          <a:ln cap="flat" cmpd="sng" w="9525">
            <a:solidFill>
              <a:schemeClr val="lt1"/>
            </a:solidFill>
            <a:prstDash val="solid"/>
            <a:round/>
            <a:headEnd len="sm" w="sm" type="none"/>
            <a:tailEnd len="med" w="med" type="diamond"/>
          </a:ln>
        </p:spPr>
      </p:cxnSp>
      <p:sp>
        <p:nvSpPr>
          <p:cNvPr id="210" name="Google Shape;210;p4"/>
          <p:cNvSpPr txBox="1"/>
          <p:nvPr/>
        </p:nvSpPr>
        <p:spPr>
          <a:xfrm>
            <a:off x="6033752" y="2619500"/>
            <a:ext cx="2505900" cy="527700"/>
          </a:xfrm>
          <a:prstGeom prst="rect">
            <a:avLst/>
          </a:prstGeom>
          <a:noFill/>
          <a:ln>
            <a:noFill/>
          </a:ln>
        </p:spPr>
        <p:txBody>
          <a:bodyPr anchorCtr="0" anchor="b" bIns="91425" lIns="91425" spcFirstLastPara="1" rIns="91425" wrap="square" tIns="91425">
            <a:noAutofit/>
          </a:bodyPr>
          <a:lstStyle/>
          <a:p>
            <a:pPr indent="0" lvl="0" marL="0" marR="0" rtl="0" algn="l">
              <a:lnSpc>
                <a:spcPct val="115000"/>
              </a:lnSpc>
              <a:spcBef>
                <a:spcPts val="0"/>
              </a:spcBef>
              <a:spcAft>
                <a:spcPts val="0"/>
              </a:spcAft>
              <a:buNone/>
            </a:pPr>
            <a:r>
              <a:rPr b="1" i="0" lang="es-ES" sz="2000" u="none" cap="none" strike="noStrike">
                <a:solidFill>
                  <a:schemeClr val="dk1"/>
                </a:solidFill>
                <a:latin typeface="DM Sans"/>
                <a:ea typeface="DM Sans"/>
                <a:cs typeface="DM Sans"/>
                <a:sym typeface="DM Sans"/>
              </a:rPr>
              <a:t>Nuestro Enfoque</a:t>
            </a:r>
            <a:endParaRPr b="1" i="0" sz="2000" u="none" cap="none" strike="noStrike">
              <a:solidFill>
                <a:schemeClr val="dk1"/>
              </a:solidFill>
              <a:latin typeface="DM Sans"/>
              <a:ea typeface="DM Sans"/>
              <a:cs typeface="DM Sans"/>
              <a:sym typeface="DM Sans"/>
            </a:endParaRPr>
          </a:p>
        </p:txBody>
      </p:sp>
      <p:sp>
        <p:nvSpPr>
          <p:cNvPr id="211" name="Google Shape;211;p4"/>
          <p:cNvSpPr txBox="1"/>
          <p:nvPr/>
        </p:nvSpPr>
        <p:spPr>
          <a:xfrm>
            <a:off x="6064849" y="3002046"/>
            <a:ext cx="2795138" cy="1671325"/>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s-ES" sz="1200" u="none" cap="none" strike="noStrike">
                <a:solidFill>
                  <a:schemeClr val="dk1"/>
                </a:solidFill>
                <a:latin typeface="Lato"/>
                <a:ea typeface="Lato"/>
                <a:cs typeface="Lato"/>
                <a:sym typeface="Lato"/>
              </a:rPr>
              <a:t>Nuestro projecto se basa en un análisis, utilizando una base de datos gestionada en SQL Server, con consultas ejecutadas desde Python para transformar los datos en información útil para la toma de decisiones.</a:t>
            </a:r>
            <a:endParaRPr b="0" i="0" sz="1200" u="none" cap="none" strike="noStrike">
              <a:solidFill>
                <a:schemeClr val="dk1"/>
              </a:solidFill>
              <a:latin typeface="Lato"/>
              <a:ea typeface="Lato"/>
              <a:cs typeface="Lato"/>
              <a:sym typeface="Lato"/>
            </a:endParaRPr>
          </a:p>
        </p:txBody>
      </p:sp>
      <p:sp>
        <p:nvSpPr>
          <p:cNvPr id="212" name="Google Shape;212;p4"/>
          <p:cNvSpPr txBox="1"/>
          <p:nvPr/>
        </p:nvSpPr>
        <p:spPr>
          <a:xfrm>
            <a:off x="3162481" y="2322477"/>
            <a:ext cx="2377500" cy="393600"/>
          </a:xfrm>
          <a:prstGeom prst="rect">
            <a:avLst/>
          </a:prstGeom>
          <a:noFill/>
          <a:ln>
            <a:noFill/>
          </a:ln>
        </p:spPr>
        <p:txBody>
          <a:bodyPr anchorCtr="0" anchor="b" bIns="91425" lIns="91425" spcFirstLastPara="1" rIns="91425" wrap="square" tIns="91425">
            <a:noAutofit/>
          </a:bodyPr>
          <a:lstStyle/>
          <a:p>
            <a:pPr indent="0" lvl="0" marL="0" marR="0" rtl="0" algn="l">
              <a:lnSpc>
                <a:spcPct val="115000"/>
              </a:lnSpc>
              <a:spcBef>
                <a:spcPts val="0"/>
              </a:spcBef>
              <a:spcAft>
                <a:spcPts val="0"/>
              </a:spcAft>
              <a:buNone/>
            </a:pPr>
            <a:r>
              <a:rPr b="1" i="0" lang="es-ES" sz="1600" u="none" cap="none" strike="noStrike">
                <a:solidFill>
                  <a:schemeClr val="dk1"/>
                </a:solidFill>
                <a:latin typeface="DM Sans"/>
                <a:ea typeface="DM Sans"/>
                <a:cs typeface="DM Sans"/>
                <a:sym typeface="DM Sans"/>
              </a:rPr>
              <a:t>Análisis descriptivo</a:t>
            </a:r>
            <a:endParaRPr b="1" i="0" sz="1600" u="none" cap="none" strike="noStrike">
              <a:solidFill>
                <a:schemeClr val="dk1"/>
              </a:solidFill>
              <a:latin typeface="DM Sans"/>
              <a:ea typeface="DM Sans"/>
              <a:cs typeface="DM Sans"/>
              <a:sym typeface="DM Sans"/>
            </a:endParaRPr>
          </a:p>
        </p:txBody>
      </p:sp>
      <p:sp>
        <p:nvSpPr>
          <p:cNvPr id="213" name="Google Shape;213;p4"/>
          <p:cNvSpPr txBox="1"/>
          <p:nvPr/>
        </p:nvSpPr>
        <p:spPr>
          <a:xfrm>
            <a:off x="3182879" y="2547528"/>
            <a:ext cx="2480219" cy="828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s-ES" sz="1200" u="none" cap="none" strike="noStrike">
                <a:solidFill>
                  <a:schemeClr val="dk1"/>
                </a:solidFill>
                <a:latin typeface="Lato"/>
                <a:ea typeface="Lato"/>
                <a:cs typeface="Lato"/>
                <a:sym typeface="Lato"/>
              </a:rPr>
              <a:t>Permite explorar los datos para identificar patrones de ventas y comportamiento de los clientes.</a:t>
            </a:r>
            <a:endParaRPr b="0" i="0" sz="1200" u="none" cap="none" strike="noStrike">
              <a:solidFill>
                <a:schemeClr val="dk1"/>
              </a:solidFill>
              <a:latin typeface="Lato"/>
              <a:ea typeface="Lato"/>
              <a:cs typeface="Lato"/>
              <a:sym typeface="Lato"/>
            </a:endParaRPr>
          </a:p>
        </p:txBody>
      </p:sp>
      <p:sp>
        <p:nvSpPr>
          <p:cNvPr id="214" name="Google Shape;214;p4"/>
          <p:cNvSpPr txBox="1"/>
          <p:nvPr/>
        </p:nvSpPr>
        <p:spPr>
          <a:xfrm>
            <a:off x="3182229" y="3527895"/>
            <a:ext cx="2377500" cy="393600"/>
          </a:xfrm>
          <a:prstGeom prst="rect">
            <a:avLst/>
          </a:prstGeom>
          <a:noFill/>
          <a:ln>
            <a:noFill/>
          </a:ln>
        </p:spPr>
        <p:txBody>
          <a:bodyPr anchorCtr="0" anchor="b" bIns="91425" lIns="91425" spcFirstLastPara="1" rIns="91425" wrap="square" tIns="91425">
            <a:noAutofit/>
          </a:bodyPr>
          <a:lstStyle/>
          <a:p>
            <a:pPr indent="0" lvl="0" marL="0" marR="0" rtl="0" algn="l">
              <a:lnSpc>
                <a:spcPct val="115000"/>
              </a:lnSpc>
              <a:spcBef>
                <a:spcPts val="0"/>
              </a:spcBef>
              <a:spcAft>
                <a:spcPts val="0"/>
              </a:spcAft>
              <a:buNone/>
            </a:pPr>
            <a:r>
              <a:rPr b="1" i="0" lang="es-ES" sz="1600" u="none" cap="none" strike="noStrike">
                <a:solidFill>
                  <a:schemeClr val="dk1"/>
                </a:solidFill>
                <a:latin typeface="DM Sans"/>
                <a:ea typeface="DM Sans"/>
                <a:cs typeface="DM Sans"/>
                <a:sym typeface="DM Sans"/>
              </a:rPr>
              <a:t>Análisis predictivo</a:t>
            </a:r>
            <a:endParaRPr b="1" i="0" sz="1600" u="none" cap="none" strike="noStrike">
              <a:solidFill>
                <a:schemeClr val="dk1"/>
              </a:solidFill>
              <a:latin typeface="DM Sans"/>
              <a:ea typeface="DM Sans"/>
              <a:cs typeface="DM Sans"/>
              <a:sym typeface="DM Sans"/>
            </a:endParaRPr>
          </a:p>
        </p:txBody>
      </p:sp>
      <p:sp>
        <p:nvSpPr>
          <p:cNvPr id="215" name="Google Shape;215;p4"/>
          <p:cNvSpPr txBox="1"/>
          <p:nvPr/>
        </p:nvSpPr>
        <p:spPr>
          <a:xfrm>
            <a:off x="3182229" y="3809304"/>
            <a:ext cx="2598132" cy="942803"/>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s-ES" sz="1200" u="none" cap="none" strike="noStrike">
                <a:solidFill>
                  <a:schemeClr val="dk1"/>
                </a:solidFill>
                <a:latin typeface="Lato"/>
                <a:ea typeface="Lato"/>
                <a:cs typeface="Lato"/>
                <a:sym typeface="Lato"/>
              </a:rPr>
              <a:t>Utiliza modelos, como la regresión lineal, para estimar el gasto total en relación del número de pedidos.</a:t>
            </a:r>
            <a:endParaRPr b="0" i="0" sz="1200" u="none" cap="none" strike="noStrike">
              <a:solidFill>
                <a:schemeClr val="dk1"/>
              </a:solidFill>
              <a:latin typeface="Lato"/>
              <a:ea typeface="Lato"/>
              <a:cs typeface="Lato"/>
              <a:sym typeface="Lato"/>
            </a:endParaRPr>
          </a:p>
        </p:txBody>
      </p:sp>
      <p:grpSp>
        <p:nvGrpSpPr>
          <p:cNvPr id="216" name="Google Shape;216;p4"/>
          <p:cNvGrpSpPr/>
          <p:nvPr/>
        </p:nvGrpSpPr>
        <p:grpSpPr>
          <a:xfrm>
            <a:off x="5750022" y="1982390"/>
            <a:ext cx="180357" cy="2716085"/>
            <a:chOff x="5797375" y="1379625"/>
            <a:chExt cx="156600" cy="3268200"/>
          </a:xfrm>
        </p:grpSpPr>
        <p:cxnSp>
          <p:nvCxnSpPr>
            <p:cNvPr id="217" name="Google Shape;217;p4"/>
            <p:cNvCxnSpPr/>
            <p:nvPr/>
          </p:nvCxnSpPr>
          <p:spPr>
            <a:xfrm>
              <a:off x="5940475" y="1379625"/>
              <a:ext cx="13500" cy="3268200"/>
            </a:xfrm>
            <a:prstGeom prst="straightConnector1">
              <a:avLst/>
            </a:prstGeom>
            <a:noFill/>
            <a:ln cap="flat" cmpd="sng" w="9525">
              <a:solidFill>
                <a:schemeClr val="lt1"/>
              </a:solidFill>
              <a:prstDash val="solid"/>
              <a:round/>
              <a:headEnd len="sm" w="sm" type="none"/>
              <a:tailEnd len="sm" w="sm" type="none"/>
            </a:ln>
          </p:spPr>
        </p:cxnSp>
        <p:cxnSp>
          <p:nvCxnSpPr>
            <p:cNvPr id="218" name="Google Shape;218;p4"/>
            <p:cNvCxnSpPr/>
            <p:nvPr/>
          </p:nvCxnSpPr>
          <p:spPr>
            <a:xfrm>
              <a:off x="5797375" y="1379625"/>
              <a:ext cx="147300" cy="0"/>
            </a:xfrm>
            <a:prstGeom prst="straightConnector1">
              <a:avLst/>
            </a:prstGeom>
            <a:noFill/>
            <a:ln cap="flat" cmpd="sng" w="9525">
              <a:solidFill>
                <a:schemeClr val="lt1"/>
              </a:solidFill>
              <a:prstDash val="solid"/>
              <a:round/>
              <a:headEnd len="sm" w="sm" type="none"/>
              <a:tailEnd len="sm" w="sm" type="none"/>
            </a:ln>
          </p:spPr>
        </p:cxnSp>
        <p:cxnSp>
          <p:nvCxnSpPr>
            <p:cNvPr id="219" name="Google Shape;219;p4"/>
            <p:cNvCxnSpPr/>
            <p:nvPr/>
          </p:nvCxnSpPr>
          <p:spPr>
            <a:xfrm>
              <a:off x="5804072" y="4647825"/>
              <a:ext cx="147300" cy="0"/>
            </a:xfrm>
            <a:prstGeom prst="straightConnector1">
              <a:avLst/>
            </a:prstGeom>
            <a:noFill/>
            <a:ln cap="flat" cmpd="sng" w="9525">
              <a:solidFill>
                <a:schemeClr val="lt1"/>
              </a:solidFill>
              <a:prstDash val="solid"/>
              <a:round/>
              <a:headEnd len="sm" w="sm" type="none"/>
              <a:tailEnd len="sm" w="sm" type="none"/>
            </a:ln>
          </p:spPr>
        </p:cxnSp>
      </p:grpSp>
      <p:grpSp>
        <p:nvGrpSpPr>
          <p:cNvPr id="220" name="Google Shape;220;p4"/>
          <p:cNvGrpSpPr/>
          <p:nvPr/>
        </p:nvGrpSpPr>
        <p:grpSpPr>
          <a:xfrm>
            <a:off x="6129846" y="2251716"/>
            <a:ext cx="388184" cy="389284"/>
            <a:chOff x="2374830" y="3782591"/>
            <a:chExt cx="388184" cy="389284"/>
          </a:xfrm>
        </p:grpSpPr>
        <p:sp>
          <p:nvSpPr>
            <p:cNvPr id="221" name="Google Shape;221;p4"/>
            <p:cNvSpPr/>
            <p:nvPr/>
          </p:nvSpPr>
          <p:spPr>
            <a:xfrm>
              <a:off x="2374830" y="3782591"/>
              <a:ext cx="388184" cy="389284"/>
            </a:xfrm>
            <a:custGeom>
              <a:rect b="b" l="l" r="r" t="t"/>
              <a:pathLst>
                <a:path extrusionOk="0" h="149" w="149">
                  <a:moveTo>
                    <a:pt x="74" y="0"/>
                  </a:moveTo>
                  <a:cubicBezTo>
                    <a:pt x="33" y="0"/>
                    <a:pt x="0" y="33"/>
                    <a:pt x="0" y="74"/>
                  </a:cubicBezTo>
                  <a:cubicBezTo>
                    <a:pt x="0" y="115"/>
                    <a:pt x="33" y="149"/>
                    <a:pt x="74" y="149"/>
                  </a:cubicBezTo>
                  <a:cubicBezTo>
                    <a:pt x="115" y="149"/>
                    <a:pt x="149" y="115"/>
                    <a:pt x="149" y="74"/>
                  </a:cubicBezTo>
                  <a:cubicBezTo>
                    <a:pt x="149" y="33"/>
                    <a:pt x="115" y="0"/>
                    <a:pt x="74" y="0"/>
                  </a:cubicBezTo>
                  <a:close/>
                  <a:moveTo>
                    <a:pt x="135" y="106"/>
                  </a:moveTo>
                  <a:cubicBezTo>
                    <a:pt x="120" y="97"/>
                    <a:pt x="120" y="97"/>
                    <a:pt x="120" y="97"/>
                  </a:cubicBezTo>
                  <a:cubicBezTo>
                    <a:pt x="123" y="90"/>
                    <a:pt x="125" y="82"/>
                    <a:pt x="125" y="74"/>
                  </a:cubicBezTo>
                  <a:cubicBezTo>
                    <a:pt x="125" y="66"/>
                    <a:pt x="123" y="58"/>
                    <a:pt x="120" y="51"/>
                  </a:cubicBezTo>
                  <a:cubicBezTo>
                    <a:pt x="135" y="42"/>
                    <a:pt x="135" y="42"/>
                    <a:pt x="135" y="42"/>
                  </a:cubicBezTo>
                  <a:cubicBezTo>
                    <a:pt x="140" y="52"/>
                    <a:pt x="143" y="63"/>
                    <a:pt x="143" y="74"/>
                  </a:cubicBezTo>
                  <a:cubicBezTo>
                    <a:pt x="143" y="86"/>
                    <a:pt x="140" y="96"/>
                    <a:pt x="135" y="106"/>
                  </a:cubicBezTo>
                  <a:close/>
                  <a:moveTo>
                    <a:pt x="132" y="37"/>
                  </a:moveTo>
                  <a:cubicBezTo>
                    <a:pt x="117" y="46"/>
                    <a:pt x="117" y="46"/>
                    <a:pt x="117" y="46"/>
                  </a:cubicBezTo>
                  <a:cubicBezTo>
                    <a:pt x="113" y="40"/>
                    <a:pt x="108" y="35"/>
                    <a:pt x="102" y="32"/>
                  </a:cubicBezTo>
                  <a:cubicBezTo>
                    <a:pt x="111" y="16"/>
                    <a:pt x="111" y="16"/>
                    <a:pt x="111" y="16"/>
                  </a:cubicBezTo>
                  <a:cubicBezTo>
                    <a:pt x="120" y="22"/>
                    <a:pt x="127" y="29"/>
                    <a:pt x="132" y="37"/>
                  </a:cubicBezTo>
                  <a:close/>
                  <a:moveTo>
                    <a:pt x="106" y="13"/>
                  </a:moveTo>
                  <a:cubicBezTo>
                    <a:pt x="97" y="29"/>
                    <a:pt x="97" y="29"/>
                    <a:pt x="97" y="29"/>
                  </a:cubicBezTo>
                  <a:cubicBezTo>
                    <a:pt x="90" y="25"/>
                    <a:pt x="83" y="23"/>
                    <a:pt x="74" y="23"/>
                  </a:cubicBezTo>
                  <a:cubicBezTo>
                    <a:pt x="66" y="23"/>
                    <a:pt x="59" y="25"/>
                    <a:pt x="51" y="29"/>
                  </a:cubicBezTo>
                  <a:cubicBezTo>
                    <a:pt x="43" y="13"/>
                    <a:pt x="43" y="13"/>
                    <a:pt x="43" y="13"/>
                  </a:cubicBezTo>
                  <a:cubicBezTo>
                    <a:pt x="52" y="8"/>
                    <a:pt x="63" y="5"/>
                    <a:pt x="74" y="5"/>
                  </a:cubicBezTo>
                  <a:cubicBezTo>
                    <a:pt x="86" y="5"/>
                    <a:pt x="97" y="8"/>
                    <a:pt x="106" y="13"/>
                  </a:cubicBezTo>
                  <a:close/>
                  <a:moveTo>
                    <a:pt x="38" y="16"/>
                  </a:moveTo>
                  <a:cubicBezTo>
                    <a:pt x="46" y="32"/>
                    <a:pt x="46" y="32"/>
                    <a:pt x="46" y="32"/>
                  </a:cubicBezTo>
                  <a:cubicBezTo>
                    <a:pt x="45" y="32"/>
                    <a:pt x="44" y="33"/>
                    <a:pt x="43" y="34"/>
                  </a:cubicBezTo>
                  <a:cubicBezTo>
                    <a:pt x="39" y="37"/>
                    <a:pt x="35" y="42"/>
                    <a:pt x="32" y="46"/>
                  </a:cubicBezTo>
                  <a:cubicBezTo>
                    <a:pt x="16" y="37"/>
                    <a:pt x="16" y="37"/>
                    <a:pt x="16" y="37"/>
                  </a:cubicBezTo>
                  <a:cubicBezTo>
                    <a:pt x="22" y="29"/>
                    <a:pt x="29" y="22"/>
                    <a:pt x="38" y="16"/>
                  </a:cubicBezTo>
                  <a:close/>
                  <a:moveTo>
                    <a:pt x="14" y="42"/>
                  </a:moveTo>
                  <a:cubicBezTo>
                    <a:pt x="29" y="51"/>
                    <a:pt x="29" y="51"/>
                    <a:pt x="29" y="51"/>
                  </a:cubicBezTo>
                  <a:cubicBezTo>
                    <a:pt x="27" y="54"/>
                    <a:pt x="26" y="57"/>
                    <a:pt x="25" y="60"/>
                  </a:cubicBezTo>
                  <a:cubicBezTo>
                    <a:pt x="25" y="62"/>
                    <a:pt x="26" y="64"/>
                    <a:pt x="27" y="64"/>
                  </a:cubicBezTo>
                  <a:cubicBezTo>
                    <a:pt x="29" y="64"/>
                    <a:pt x="31" y="64"/>
                    <a:pt x="31" y="62"/>
                  </a:cubicBezTo>
                  <a:cubicBezTo>
                    <a:pt x="36" y="43"/>
                    <a:pt x="54" y="29"/>
                    <a:pt x="74" y="29"/>
                  </a:cubicBezTo>
                  <a:cubicBezTo>
                    <a:pt x="99" y="29"/>
                    <a:pt x="120" y="49"/>
                    <a:pt x="120" y="74"/>
                  </a:cubicBezTo>
                  <a:cubicBezTo>
                    <a:pt x="120" y="99"/>
                    <a:pt x="99" y="119"/>
                    <a:pt x="74" y="119"/>
                  </a:cubicBezTo>
                  <a:cubicBezTo>
                    <a:pt x="54" y="119"/>
                    <a:pt x="36" y="106"/>
                    <a:pt x="31" y="86"/>
                  </a:cubicBezTo>
                  <a:cubicBezTo>
                    <a:pt x="31" y="85"/>
                    <a:pt x="29" y="84"/>
                    <a:pt x="27" y="84"/>
                  </a:cubicBezTo>
                  <a:cubicBezTo>
                    <a:pt x="26" y="85"/>
                    <a:pt x="25" y="86"/>
                    <a:pt x="25" y="88"/>
                  </a:cubicBezTo>
                  <a:cubicBezTo>
                    <a:pt x="26" y="91"/>
                    <a:pt x="27" y="94"/>
                    <a:pt x="29" y="97"/>
                  </a:cubicBezTo>
                  <a:cubicBezTo>
                    <a:pt x="14" y="106"/>
                    <a:pt x="14" y="106"/>
                    <a:pt x="14" y="106"/>
                  </a:cubicBezTo>
                  <a:cubicBezTo>
                    <a:pt x="9" y="96"/>
                    <a:pt x="6" y="86"/>
                    <a:pt x="6" y="74"/>
                  </a:cubicBezTo>
                  <a:cubicBezTo>
                    <a:pt x="6" y="63"/>
                    <a:pt x="9" y="52"/>
                    <a:pt x="14" y="42"/>
                  </a:cubicBezTo>
                  <a:close/>
                  <a:moveTo>
                    <a:pt x="16" y="111"/>
                  </a:moveTo>
                  <a:cubicBezTo>
                    <a:pt x="32" y="102"/>
                    <a:pt x="32" y="102"/>
                    <a:pt x="32" y="102"/>
                  </a:cubicBezTo>
                  <a:cubicBezTo>
                    <a:pt x="35" y="107"/>
                    <a:pt x="39" y="111"/>
                    <a:pt x="43" y="115"/>
                  </a:cubicBezTo>
                  <a:cubicBezTo>
                    <a:pt x="44" y="115"/>
                    <a:pt x="45" y="116"/>
                    <a:pt x="46" y="117"/>
                  </a:cubicBezTo>
                  <a:cubicBezTo>
                    <a:pt x="38" y="132"/>
                    <a:pt x="38" y="132"/>
                    <a:pt x="38" y="132"/>
                  </a:cubicBezTo>
                  <a:cubicBezTo>
                    <a:pt x="29" y="127"/>
                    <a:pt x="22" y="120"/>
                    <a:pt x="16" y="111"/>
                  </a:cubicBezTo>
                  <a:close/>
                  <a:moveTo>
                    <a:pt x="43" y="135"/>
                  </a:moveTo>
                  <a:cubicBezTo>
                    <a:pt x="51" y="120"/>
                    <a:pt x="51" y="120"/>
                    <a:pt x="51" y="120"/>
                  </a:cubicBezTo>
                  <a:cubicBezTo>
                    <a:pt x="59" y="123"/>
                    <a:pt x="66" y="125"/>
                    <a:pt x="74" y="125"/>
                  </a:cubicBezTo>
                  <a:cubicBezTo>
                    <a:pt x="83" y="125"/>
                    <a:pt x="90" y="123"/>
                    <a:pt x="97" y="120"/>
                  </a:cubicBezTo>
                  <a:cubicBezTo>
                    <a:pt x="106" y="135"/>
                    <a:pt x="106" y="135"/>
                    <a:pt x="106" y="135"/>
                  </a:cubicBezTo>
                  <a:cubicBezTo>
                    <a:pt x="97" y="140"/>
                    <a:pt x="86" y="143"/>
                    <a:pt x="74" y="143"/>
                  </a:cubicBezTo>
                  <a:cubicBezTo>
                    <a:pt x="63" y="143"/>
                    <a:pt x="52" y="140"/>
                    <a:pt x="43" y="135"/>
                  </a:cubicBezTo>
                  <a:close/>
                  <a:moveTo>
                    <a:pt x="111" y="132"/>
                  </a:moveTo>
                  <a:cubicBezTo>
                    <a:pt x="102" y="117"/>
                    <a:pt x="102" y="117"/>
                    <a:pt x="102" y="117"/>
                  </a:cubicBezTo>
                  <a:cubicBezTo>
                    <a:pt x="108" y="113"/>
                    <a:pt x="113" y="108"/>
                    <a:pt x="117" y="102"/>
                  </a:cubicBezTo>
                  <a:cubicBezTo>
                    <a:pt x="132" y="111"/>
                    <a:pt x="132" y="111"/>
                    <a:pt x="132" y="111"/>
                  </a:cubicBezTo>
                  <a:cubicBezTo>
                    <a:pt x="127" y="120"/>
                    <a:pt x="120" y="127"/>
                    <a:pt x="111" y="13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2" name="Google Shape;222;p4"/>
            <p:cNvSpPr/>
            <p:nvPr/>
          </p:nvSpPr>
          <p:spPr>
            <a:xfrm>
              <a:off x="2479299" y="3877163"/>
              <a:ext cx="180346" cy="201240"/>
            </a:xfrm>
            <a:custGeom>
              <a:rect b="b" l="l" r="r" t="t"/>
              <a:pathLst>
                <a:path extrusionOk="0" h="77" w="69">
                  <a:moveTo>
                    <a:pt x="7" y="57"/>
                  </a:moveTo>
                  <a:cubicBezTo>
                    <a:pt x="7" y="57"/>
                    <a:pt x="7" y="57"/>
                    <a:pt x="7" y="57"/>
                  </a:cubicBezTo>
                  <a:cubicBezTo>
                    <a:pt x="7" y="63"/>
                    <a:pt x="10" y="68"/>
                    <a:pt x="15" y="70"/>
                  </a:cubicBezTo>
                  <a:cubicBezTo>
                    <a:pt x="17" y="74"/>
                    <a:pt x="21" y="77"/>
                    <a:pt x="26" y="77"/>
                  </a:cubicBezTo>
                  <a:cubicBezTo>
                    <a:pt x="29" y="77"/>
                    <a:pt x="32" y="75"/>
                    <a:pt x="34" y="73"/>
                  </a:cubicBezTo>
                  <a:cubicBezTo>
                    <a:pt x="37" y="75"/>
                    <a:pt x="40" y="77"/>
                    <a:pt x="43" y="77"/>
                  </a:cubicBezTo>
                  <a:cubicBezTo>
                    <a:pt x="48" y="77"/>
                    <a:pt x="52" y="74"/>
                    <a:pt x="54" y="70"/>
                  </a:cubicBezTo>
                  <a:cubicBezTo>
                    <a:pt x="59" y="68"/>
                    <a:pt x="62" y="63"/>
                    <a:pt x="62" y="57"/>
                  </a:cubicBezTo>
                  <a:cubicBezTo>
                    <a:pt x="62" y="57"/>
                    <a:pt x="62" y="57"/>
                    <a:pt x="62" y="57"/>
                  </a:cubicBezTo>
                  <a:cubicBezTo>
                    <a:pt x="67" y="55"/>
                    <a:pt x="69" y="50"/>
                    <a:pt x="69" y="45"/>
                  </a:cubicBezTo>
                  <a:cubicBezTo>
                    <a:pt x="69" y="41"/>
                    <a:pt x="68" y="37"/>
                    <a:pt x="64" y="34"/>
                  </a:cubicBezTo>
                  <a:cubicBezTo>
                    <a:pt x="66" y="32"/>
                    <a:pt x="66" y="30"/>
                    <a:pt x="66" y="28"/>
                  </a:cubicBezTo>
                  <a:cubicBezTo>
                    <a:pt x="66" y="24"/>
                    <a:pt x="64" y="20"/>
                    <a:pt x="61" y="17"/>
                  </a:cubicBezTo>
                  <a:cubicBezTo>
                    <a:pt x="61" y="17"/>
                    <a:pt x="61" y="16"/>
                    <a:pt x="61" y="15"/>
                  </a:cubicBezTo>
                  <a:cubicBezTo>
                    <a:pt x="60" y="10"/>
                    <a:pt x="57" y="6"/>
                    <a:pt x="52" y="6"/>
                  </a:cubicBezTo>
                  <a:cubicBezTo>
                    <a:pt x="51" y="6"/>
                    <a:pt x="50" y="6"/>
                    <a:pt x="50" y="6"/>
                  </a:cubicBezTo>
                  <a:cubicBezTo>
                    <a:pt x="49" y="2"/>
                    <a:pt x="45" y="0"/>
                    <a:pt x="41" y="0"/>
                  </a:cubicBezTo>
                  <a:cubicBezTo>
                    <a:pt x="38" y="0"/>
                    <a:pt x="36" y="1"/>
                    <a:pt x="34" y="2"/>
                  </a:cubicBezTo>
                  <a:cubicBezTo>
                    <a:pt x="33" y="1"/>
                    <a:pt x="31" y="0"/>
                    <a:pt x="28" y="0"/>
                  </a:cubicBezTo>
                  <a:cubicBezTo>
                    <a:pt x="24" y="0"/>
                    <a:pt x="20" y="2"/>
                    <a:pt x="19" y="6"/>
                  </a:cubicBezTo>
                  <a:cubicBezTo>
                    <a:pt x="19" y="6"/>
                    <a:pt x="19" y="6"/>
                    <a:pt x="19" y="6"/>
                  </a:cubicBezTo>
                  <a:cubicBezTo>
                    <a:pt x="13" y="6"/>
                    <a:pt x="9" y="10"/>
                    <a:pt x="8" y="15"/>
                  </a:cubicBezTo>
                  <a:cubicBezTo>
                    <a:pt x="8" y="16"/>
                    <a:pt x="8" y="17"/>
                    <a:pt x="8" y="17"/>
                  </a:cubicBezTo>
                  <a:cubicBezTo>
                    <a:pt x="5" y="20"/>
                    <a:pt x="3" y="24"/>
                    <a:pt x="3" y="28"/>
                  </a:cubicBezTo>
                  <a:cubicBezTo>
                    <a:pt x="3" y="30"/>
                    <a:pt x="3" y="32"/>
                    <a:pt x="5" y="34"/>
                  </a:cubicBezTo>
                  <a:cubicBezTo>
                    <a:pt x="1" y="37"/>
                    <a:pt x="0" y="41"/>
                    <a:pt x="0" y="45"/>
                  </a:cubicBezTo>
                  <a:cubicBezTo>
                    <a:pt x="0" y="50"/>
                    <a:pt x="2" y="55"/>
                    <a:pt x="7" y="57"/>
                  </a:cubicBezTo>
                  <a:close/>
                  <a:moveTo>
                    <a:pt x="41" y="5"/>
                  </a:moveTo>
                  <a:cubicBezTo>
                    <a:pt x="43" y="5"/>
                    <a:pt x="44" y="6"/>
                    <a:pt x="44" y="8"/>
                  </a:cubicBezTo>
                  <a:cubicBezTo>
                    <a:pt x="43" y="9"/>
                    <a:pt x="42" y="10"/>
                    <a:pt x="41" y="12"/>
                  </a:cubicBezTo>
                  <a:cubicBezTo>
                    <a:pt x="41" y="12"/>
                    <a:pt x="41" y="13"/>
                    <a:pt x="41" y="13"/>
                  </a:cubicBezTo>
                  <a:cubicBezTo>
                    <a:pt x="42" y="15"/>
                    <a:pt x="43" y="15"/>
                    <a:pt x="44" y="15"/>
                  </a:cubicBezTo>
                  <a:cubicBezTo>
                    <a:pt x="45" y="15"/>
                    <a:pt x="47" y="15"/>
                    <a:pt x="47" y="13"/>
                  </a:cubicBezTo>
                  <a:cubicBezTo>
                    <a:pt x="47" y="12"/>
                    <a:pt x="48" y="12"/>
                    <a:pt x="49" y="12"/>
                  </a:cubicBezTo>
                  <a:cubicBezTo>
                    <a:pt x="49" y="12"/>
                    <a:pt x="49" y="12"/>
                    <a:pt x="49" y="12"/>
                  </a:cubicBezTo>
                  <a:cubicBezTo>
                    <a:pt x="50" y="11"/>
                    <a:pt x="52" y="12"/>
                    <a:pt x="53" y="12"/>
                  </a:cubicBezTo>
                  <a:cubicBezTo>
                    <a:pt x="54" y="13"/>
                    <a:pt x="54" y="13"/>
                    <a:pt x="54" y="13"/>
                  </a:cubicBezTo>
                  <a:cubicBezTo>
                    <a:pt x="55" y="15"/>
                    <a:pt x="56" y="16"/>
                    <a:pt x="55" y="18"/>
                  </a:cubicBezTo>
                  <a:cubicBezTo>
                    <a:pt x="55" y="18"/>
                    <a:pt x="55" y="18"/>
                    <a:pt x="55" y="18"/>
                  </a:cubicBezTo>
                  <a:cubicBezTo>
                    <a:pt x="55" y="19"/>
                    <a:pt x="54" y="20"/>
                    <a:pt x="52" y="21"/>
                  </a:cubicBezTo>
                  <a:cubicBezTo>
                    <a:pt x="52" y="21"/>
                    <a:pt x="52" y="21"/>
                    <a:pt x="52" y="22"/>
                  </a:cubicBezTo>
                  <a:cubicBezTo>
                    <a:pt x="51" y="24"/>
                    <a:pt x="53" y="26"/>
                    <a:pt x="54" y="26"/>
                  </a:cubicBezTo>
                  <a:cubicBezTo>
                    <a:pt x="55" y="26"/>
                    <a:pt x="55" y="26"/>
                    <a:pt x="56" y="25"/>
                  </a:cubicBezTo>
                  <a:cubicBezTo>
                    <a:pt x="57" y="25"/>
                    <a:pt x="58" y="24"/>
                    <a:pt x="59" y="23"/>
                  </a:cubicBezTo>
                  <a:cubicBezTo>
                    <a:pt x="60" y="24"/>
                    <a:pt x="61" y="26"/>
                    <a:pt x="61" y="28"/>
                  </a:cubicBezTo>
                  <a:cubicBezTo>
                    <a:pt x="61" y="29"/>
                    <a:pt x="60" y="30"/>
                    <a:pt x="59" y="32"/>
                  </a:cubicBezTo>
                  <a:cubicBezTo>
                    <a:pt x="59" y="31"/>
                    <a:pt x="59" y="31"/>
                    <a:pt x="59" y="31"/>
                  </a:cubicBezTo>
                  <a:cubicBezTo>
                    <a:pt x="57" y="31"/>
                    <a:pt x="54" y="33"/>
                    <a:pt x="56" y="36"/>
                  </a:cubicBezTo>
                  <a:cubicBezTo>
                    <a:pt x="56" y="36"/>
                    <a:pt x="56" y="37"/>
                    <a:pt x="57" y="37"/>
                  </a:cubicBezTo>
                  <a:cubicBezTo>
                    <a:pt x="57" y="37"/>
                    <a:pt x="58" y="37"/>
                    <a:pt x="59" y="38"/>
                  </a:cubicBezTo>
                  <a:cubicBezTo>
                    <a:pt x="59" y="38"/>
                    <a:pt x="59" y="38"/>
                    <a:pt x="59" y="38"/>
                  </a:cubicBezTo>
                  <a:cubicBezTo>
                    <a:pt x="62" y="39"/>
                    <a:pt x="64" y="42"/>
                    <a:pt x="64" y="45"/>
                  </a:cubicBezTo>
                  <a:cubicBezTo>
                    <a:pt x="64" y="49"/>
                    <a:pt x="62" y="52"/>
                    <a:pt x="58" y="53"/>
                  </a:cubicBezTo>
                  <a:cubicBezTo>
                    <a:pt x="58" y="53"/>
                    <a:pt x="58" y="53"/>
                    <a:pt x="58" y="53"/>
                  </a:cubicBezTo>
                  <a:cubicBezTo>
                    <a:pt x="57" y="53"/>
                    <a:pt x="56" y="54"/>
                    <a:pt x="55" y="54"/>
                  </a:cubicBezTo>
                  <a:cubicBezTo>
                    <a:pt x="54" y="54"/>
                    <a:pt x="53" y="53"/>
                    <a:pt x="52" y="53"/>
                  </a:cubicBezTo>
                  <a:cubicBezTo>
                    <a:pt x="52" y="53"/>
                    <a:pt x="51" y="53"/>
                    <a:pt x="51" y="53"/>
                  </a:cubicBezTo>
                  <a:cubicBezTo>
                    <a:pt x="48" y="55"/>
                    <a:pt x="49" y="58"/>
                    <a:pt x="51" y="59"/>
                  </a:cubicBezTo>
                  <a:cubicBezTo>
                    <a:pt x="53" y="59"/>
                    <a:pt x="54" y="59"/>
                    <a:pt x="55" y="59"/>
                  </a:cubicBezTo>
                  <a:cubicBezTo>
                    <a:pt x="56" y="59"/>
                    <a:pt x="56" y="59"/>
                    <a:pt x="56" y="59"/>
                  </a:cubicBezTo>
                  <a:cubicBezTo>
                    <a:pt x="56" y="62"/>
                    <a:pt x="54" y="64"/>
                    <a:pt x="51" y="64"/>
                  </a:cubicBezTo>
                  <a:cubicBezTo>
                    <a:pt x="51" y="64"/>
                    <a:pt x="51" y="64"/>
                    <a:pt x="51" y="65"/>
                  </a:cubicBezTo>
                  <a:cubicBezTo>
                    <a:pt x="51" y="66"/>
                    <a:pt x="50" y="66"/>
                    <a:pt x="50" y="65"/>
                  </a:cubicBezTo>
                  <a:cubicBezTo>
                    <a:pt x="48" y="63"/>
                    <a:pt x="45" y="64"/>
                    <a:pt x="44" y="66"/>
                  </a:cubicBezTo>
                  <a:cubicBezTo>
                    <a:pt x="44" y="68"/>
                    <a:pt x="45" y="69"/>
                    <a:pt x="47" y="70"/>
                  </a:cubicBezTo>
                  <a:cubicBezTo>
                    <a:pt x="47" y="70"/>
                    <a:pt x="47" y="70"/>
                    <a:pt x="47" y="70"/>
                  </a:cubicBezTo>
                  <a:cubicBezTo>
                    <a:pt x="45" y="72"/>
                    <a:pt x="41" y="72"/>
                    <a:pt x="38" y="69"/>
                  </a:cubicBezTo>
                  <a:cubicBezTo>
                    <a:pt x="38" y="68"/>
                    <a:pt x="37" y="68"/>
                    <a:pt x="37" y="67"/>
                  </a:cubicBezTo>
                  <a:cubicBezTo>
                    <a:pt x="37" y="55"/>
                    <a:pt x="37" y="55"/>
                    <a:pt x="37" y="55"/>
                  </a:cubicBezTo>
                  <a:cubicBezTo>
                    <a:pt x="38" y="53"/>
                    <a:pt x="40" y="51"/>
                    <a:pt x="42" y="51"/>
                  </a:cubicBezTo>
                  <a:cubicBezTo>
                    <a:pt x="43" y="51"/>
                    <a:pt x="43" y="51"/>
                    <a:pt x="43" y="51"/>
                  </a:cubicBezTo>
                  <a:cubicBezTo>
                    <a:pt x="46" y="52"/>
                    <a:pt x="48" y="50"/>
                    <a:pt x="47" y="47"/>
                  </a:cubicBezTo>
                  <a:cubicBezTo>
                    <a:pt x="46" y="46"/>
                    <a:pt x="46" y="46"/>
                    <a:pt x="46" y="46"/>
                  </a:cubicBezTo>
                  <a:cubicBezTo>
                    <a:pt x="45" y="46"/>
                    <a:pt x="43" y="45"/>
                    <a:pt x="42" y="45"/>
                  </a:cubicBezTo>
                  <a:cubicBezTo>
                    <a:pt x="40" y="45"/>
                    <a:pt x="39" y="46"/>
                    <a:pt x="37" y="46"/>
                  </a:cubicBezTo>
                  <a:cubicBezTo>
                    <a:pt x="37" y="9"/>
                    <a:pt x="37" y="9"/>
                    <a:pt x="37" y="9"/>
                  </a:cubicBezTo>
                  <a:cubicBezTo>
                    <a:pt x="37" y="7"/>
                    <a:pt x="39" y="5"/>
                    <a:pt x="41" y="5"/>
                  </a:cubicBezTo>
                  <a:close/>
                  <a:moveTo>
                    <a:pt x="10" y="38"/>
                  </a:moveTo>
                  <a:cubicBezTo>
                    <a:pt x="10" y="38"/>
                    <a:pt x="10" y="38"/>
                    <a:pt x="10" y="37"/>
                  </a:cubicBezTo>
                  <a:cubicBezTo>
                    <a:pt x="10" y="37"/>
                    <a:pt x="10" y="37"/>
                    <a:pt x="10" y="37"/>
                  </a:cubicBezTo>
                  <a:cubicBezTo>
                    <a:pt x="13" y="37"/>
                    <a:pt x="14" y="35"/>
                    <a:pt x="14" y="33"/>
                  </a:cubicBezTo>
                  <a:cubicBezTo>
                    <a:pt x="13" y="32"/>
                    <a:pt x="12" y="31"/>
                    <a:pt x="10" y="31"/>
                  </a:cubicBezTo>
                  <a:cubicBezTo>
                    <a:pt x="10" y="31"/>
                    <a:pt x="10" y="31"/>
                    <a:pt x="10" y="32"/>
                  </a:cubicBezTo>
                  <a:cubicBezTo>
                    <a:pt x="9" y="30"/>
                    <a:pt x="8" y="29"/>
                    <a:pt x="8" y="28"/>
                  </a:cubicBezTo>
                  <a:cubicBezTo>
                    <a:pt x="8" y="26"/>
                    <a:pt x="9" y="24"/>
                    <a:pt x="10" y="23"/>
                  </a:cubicBezTo>
                  <a:cubicBezTo>
                    <a:pt x="11" y="24"/>
                    <a:pt x="12" y="25"/>
                    <a:pt x="13" y="25"/>
                  </a:cubicBezTo>
                  <a:cubicBezTo>
                    <a:pt x="14" y="26"/>
                    <a:pt x="14" y="26"/>
                    <a:pt x="15" y="26"/>
                  </a:cubicBezTo>
                  <a:cubicBezTo>
                    <a:pt x="16" y="26"/>
                    <a:pt x="18" y="24"/>
                    <a:pt x="17" y="21"/>
                  </a:cubicBezTo>
                  <a:cubicBezTo>
                    <a:pt x="17" y="21"/>
                    <a:pt x="17" y="21"/>
                    <a:pt x="17" y="21"/>
                  </a:cubicBezTo>
                  <a:cubicBezTo>
                    <a:pt x="15" y="20"/>
                    <a:pt x="14" y="19"/>
                    <a:pt x="14" y="18"/>
                  </a:cubicBezTo>
                  <a:cubicBezTo>
                    <a:pt x="14" y="18"/>
                    <a:pt x="14" y="18"/>
                    <a:pt x="14" y="18"/>
                  </a:cubicBezTo>
                  <a:cubicBezTo>
                    <a:pt x="13" y="16"/>
                    <a:pt x="14" y="14"/>
                    <a:pt x="15" y="13"/>
                  </a:cubicBezTo>
                  <a:cubicBezTo>
                    <a:pt x="15" y="13"/>
                    <a:pt x="15" y="13"/>
                    <a:pt x="15" y="13"/>
                  </a:cubicBezTo>
                  <a:cubicBezTo>
                    <a:pt x="17" y="12"/>
                    <a:pt x="19" y="11"/>
                    <a:pt x="20" y="12"/>
                  </a:cubicBezTo>
                  <a:cubicBezTo>
                    <a:pt x="20" y="12"/>
                    <a:pt x="20" y="12"/>
                    <a:pt x="21" y="12"/>
                  </a:cubicBezTo>
                  <a:cubicBezTo>
                    <a:pt x="21" y="11"/>
                    <a:pt x="22" y="12"/>
                    <a:pt x="22" y="12"/>
                  </a:cubicBezTo>
                  <a:cubicBezTo>
                    <a:pt x="22" y="14"/>
                    <a:pt x="23" y="15"/>
                    <a:pt x="25" y="15"/>
                  </a:cubicBezTo>
                  <a:cubicBezTo>
                    <a:pt x="26" y="15"/>
                    <a:pt x="27" y="15"/>
                    <a:pt x="28" y="13"/>
                  </a:cubicBezTo>
                  <a:cubicBezTo>
                    <a:pt x="28" y="13"/>
                    <a:pt x="28" y="12"/>
                    <a:pt x="28" y="12"/>
                  </a:cubicBezTo>
                  <a:cubicBezTo>
                    <a:pt x="27" y="10"/>
                    <a:pt x="26" y="9"/>
                    <a:pt x="25" y="8"/>
                  </a:cubicBezTo>
                  <a:cubicBezTo>
                    <a:pt x="25" y="5"/>
                    <a:pt x="29" y="4"/>
                    <a:pt x="31" y="7"/>
                  </a:cubicBezTo>
                  <a:cubicBezTo>
                    <a:pt x="31" y="7"/>
                    <a:pt x="32" y="7"/>
                    <a:pt x="32" y="8"/>
                  </a:cubicBezTo>
                  <a:cubicBezTo>
                    <a:pt x="32" y="18"/>
                    <a:pt x="32" y="18"/>
                    <a:pt x="32" y="18"/>
                  </a:cubicBezTo>
                  <a:cubicBezTo>
                    <a:pt x="31" y="18"/>
                    <a:pt x="31" y="18"/>
                    <a:pt x="30" y="18"/>
                  </a:cubicBezTo>
                  <a:cubicBezTo>
                    <a:pt x="29" y="18"/>
                    <a:pt x="29" y="18"/>
                    <a:pt x="28" y="18"/>
                  </a:cubicBezTo>
                  <a:cubicBezTo>
                    <a:pt x="28" y="18"/>
                    <a:pt x="28" y="17"/>
                    <a:pt x="28" y="18"/>
                  </a:cubicBezTo>
                  <a:cubicBezTo>
                    <a:pt x="24" y="19"/>
                    <a:pt x="25" y="23"/>
                    <a:pt x="28" y="24"/>
                  </a:cubicBezTo>
                  <a:cubicBezTo>
                    <a:pt x="28" y="24"/>
                    <a:pt x="29" y="24"/>
                    <a:pt x="30" y="24"/>
                  </a:cubicBezTo>
                  <a:cubicBezTo>
                    <a:pt x="30" y="24"/>
                    <a:pt x="31" y="24"/>
                    <a:pt x="32" y="24"/>
                  </a:cubicBezTo>
                  <a:cubicBezTo>
                    <a:pt x="32" y="67"/>
                    <a:pt x="32" y="67"/>
                    <a:pt x="32" y="67"/>
                  </a:cubicBezTo>
                  <a:cubicBezTo>
                    <a:pt x="32" y="68"/>
                    <a:pt x="31" y="68"/>
                    <a:pt x="31" y="68"/>
                  </a:cubicBezTo>
                  <a:cubicBezTo>
                    <a:pt x="28" y="72"/>
                    <a:pt x="25" y="72"/>
                    <a:pt x="22" y="70"/>
                  </a:cubicBezTo>
                  <a:cubicBezTo>
                    <a:pt x="22" y="70"/>
                    <a:pt x="22" y="70"/>
                    <a:pt x="22" y="70"/>
                  </a:cubicBezTo>
                  <a:cubicBezTo>
                    <a:pt x="25" y="69"/>
                    <a:pt x="26" y="66"/>
                    <a:pt x="23" y="64"/>
                  </a:cubicBezTo>
                  <a:cubicBezTo>
                    <a:pt x="22" y="64"/>
                    <a:pt x="22" y="64"/>
                    <a:pt x="22" y="64"/>
                  </a:cubicBezTo>
                  <a:cubicBezTo>
                    <a:pt x="21" y="64"/>
                    <a:pt x="19" y="64"/>
                    <a:pt x="18" y="64"/>
                  </a:cubicBezTo>
                  <a:cubicBezTo>
                    <a:pt x="18" y="64"/>
                    <a:pt x="18" y="64"/>
                    <a:pt x="18" y="64"/>
                  </a:cubicBezTo>
                  <a:cubicBezTo>
                    <a:pt x="15" y="64"/>
                    <a:pt x="13" y="62"/>
                    <a:pt x="13" y="59"/>
                  </a:cubicBezTo>
                  <a:cubicBezTo>
                    <a:pt x="13" y="59"/>
                    <a:pt x="13" y="59"/>
                    <a:pt x="14" y="59"/>
                  </a:cubicBezTo>
                  <a:cubicBezTo>
                    <a:pt x="15" y="59"/>
                    <a:pt x="16" y="59"/>
                    <a:pt x="18" y="59"/>
                  </a:cubicBezTo>
                  <a:cubicBezTo>
                    <a:pt x="19" y="59"/>
                    <a:pt x="20" y="57"/>
                    <a:pt x="20" y="55"/>
                  </a:cubicBezTo>
                  <a:cubicBezTo>
                    <a:pt x="19" y="54"/>
                    <a:pt x="18" y="53"/>
                    <a:pt x="16" y="53"/>
                  </a:cubicBezTo>
                  <a:cubicBezTo>
                    <a:pt x="15" y="54"/>
                    <a:pt x="15" y="54"/>
                    <a:pt x="14" y="54"/>
                  </a:cubicBezTo>
                  <a:cubicBezTo>
                    <a:pt x="13" y="54"/>
                    <a:pt x="12" y="53"/>
                    <a:pt x="11" y="53"/>
                  </a:cubicBezTo>
                  <a:cubicBezTo>
                    <a:pt x="11" y="53"/>
                    <a:pt x="11" y="53"/>
                    <a:pt x="11" y="53"/>
                  </a:cubicBezTo>
                  <a:cubicBezTo>
                    <a:pt x="7" y="52"/>
                    <a:pt x="5" y="49"/>
                    <a:pt x="5" y="45"/>
                  </a:cubicBezTo>
                  <a:cubicBezTo>
                    <a:pt x="5" y="42"/>
                    <a:pt x="7" y="39"/>
                    <a:pt x="10" y="3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3" name="Google Shape;223;p4"/>
            <p:cNvSpPr/>
            <p:nvPr/>
          </p:nvSpPr>
          <p:spPr>
            <a:xfrm>
              <a:off x="2517787" y="3953040"/>
              <a:ext cx="29692" cy="43987"/>
            </a:xfrm>
            <a:custGeom>
              <a:rect b="b" l="l" r="r" t="t"/>
              <a:pathLst>
                <a:path extrusionOk="0" h="17" w="11">
                  <a:moveTo>
                    <a:pt x="3" y="17"/>
                  </a:moveTo>
                  <a:cubicBezTo>
                    <a:pt x="3" y="17"/>
                    <a:pt x="3" y="17"/>
                    <a:pt x="4" y="17"/>
                  </a:cubicBezTo>
                  <a:cubicBezTo>
                    <a:pt x="8" y="15"/>
                    <a:pt x="11" y="11"/>
                    <a:pt x="11" y="7"/>
                  </a:cubicBezTo>
                  <a:cubicBezTo>
                    <a:pt x="11" y="5"/>
                    <a:pt x="10" y="3"/>
                    <a:pt x="10" y="2"/>
                  </a:cubicBezTo>
                  <a:cubicBezTo>
                    <a:pt x="9" y="1"/>
                    <a:pt x="7" y="0"/>
                    <a:pt x="6" y="1"/>
                  </a:cubicBezTo>
                  <a:cubicBezTo>
                    <a:pt x="4" y="2"/>
                    <a:pt x="4" y="4"/>
                    <a:pt x="5" y="5"/>
                  </a:cubicBezTo>
                  <a:cubicBezTo>
                    <a:pt x="5" y="6"/>
                    <a:pt x="5" y="6"/>
                    <a:pt x="5" y="7"/>
                  </a:cubicBezTo>
                  <a:cubicBezTo>
                    <a:pt x="5" y="9"/>
                    <a:pt x="4" y="10"/>
                    <a:pt x="2" y="11"/>
                  </a:cubicBezTo>
                  <a:cubicBezTo>
                    <a:pt x="0" y="11"/>
                    <a:pt x="0" y="13"/>
                    <a:pt x="0" y="15"/>
                  </a:cubicBezTo>
                  <a:cubicBezTo>
                    <a:pt x="0" y="16"/>
                    <a:pt x="1" y="17"/>
                    <a:pt x="3" y="1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4" name="Google Shape;224;p4"/>
            <p:cNvSpPr/>
            <p:nvPr/>
          </p:nvSpPr>
          <p:spPr>
            <a:xfrm>
              <a:off x="2585967" y="3928847"/>
              <a:ext cx="28591" cy="39588"/>
            </a:xfrm>
            <a:custGeom>
              <a:rect b="b" l="l" r="r" t="t"/>
              <a:pathLst>
                <a:path extrusionOk="0" h="15" w="11">
                  <a:moveTo>
                    <a:pt x="7" y="15"/>
                  </a:moveTo>
                  <a:cubicBezTo>
                    <a:pt x="7" y="15"/>
                    <a:pt x="7" y="15"/>
                    <a:pt x="7" y="15"/>
                  </a:cubicBezTo>
                  <a:cubicBezTo>
                    <a:pt x="9" y="15"/>
                    <a:pt x="10" y="15"/>
                    <a:pt x="10" y="13"/>
                  </a:cubicBezTo>
                  <a:cubicBezTo>
                    <a:pt x="11" y="12"/>
                    <a:pt x="10" y="10"/>
                    <a:pt x="8" y="10"/>
                  </a:cubicBezTo>
                  <a:cubicBezTo>
                    <a:pt x="7" y="9"/>
                    <a:pt x="6" y="8"/>
                    <a:pt x="6" y="7"/>
                  </a:cubicBezTo>
                  <a:cubicBezTo>
                    <a:pt x="6" y="6"/>
                    <a:pt x="6" y="6"/>
                    <a:pt x="6" y="5"/>
                  </a:cubicBezTo>
                  <a:cubicBezTo>
                    <a:pt x="7" y="4"/>
                    <a:pt x="7" y="2"/>
                    <a:pt x="5" y="1"/>
                  </a:cubicBezTo>
                  <a:cubicBezTo>
                    <a:pt x="4" y="0"/>
                    <a:pt x="2" y="1"/>
                    <a:pt x="1" y="2"/>
                  </a:cubicBezTo>
                  <a:cubicBezTo>
                    <a:pt x="0" y="4"/>
                    <a:pt x="0" y="5"/>
                    <a:pt x="0" y="7"/>
                  </a:cubicBezTo>
                  <a:cubicBezTo>
                    <a:pt x="0" y="11"/>
                    <a:pt x="3" y="14"/>
                    <a:pt x="7" y="1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5" name="Google Shape;225;p4"/>
            <p:cNvSpPr/>
            <p:nvPr/>
          </p:nvSpPr>
          <p:spPr>
            <a:xfrm>
              <a:off x="2435312" y="3968435"/>
              <a:ext cx="17595" cy="15395"/>
            </a:xfrm>
            <a:custGeom>
              <a:rect b="b" l="l" r="r" t="t"/>
              <a:pathLst>
                <a:path extrusionOk="0" h="6" w="7">
                  <a:moveTo>
                    <a:pt x="3" y="6"/>
                  </a:moveTo>
                  <a:cubicBezTo>
                    <a:pt x="5" y="6"/>
                    <a:pt x="7" y="4"/>
                    <a:pt x="6" y="2"/>
                  </a:cubicBezTo>
                  <a:cubicBezTo>
                    <a:pt x="5" y="1"/>
                    <a:pt x="5" y="0"/>
                    <a:pt x="4" y="0"/>
                  </a:cubicBezTo>
                  <a:cubicBezTo>
                    <a:pt x="3" y="0"/>
                    <a:pt x="3" y="0"/>
                    <a:pt x="3" y="0"/>
                  </a:cubicBezTo>
                  <a:cubicBezTo>
                    <a:pt x="2" y="0"/>
                    <a:pt x="1" y="1"/>
                    <a:pt x="1" y="2"/>
                  </a:cubicBezTo>
                  <a:cubicBezTo>
                    <a:pt x="0" y="4"/>
                    <a:pt x="1" y="6"/>
                    <a:pt x="3"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5"/>
          <p:cNvSpPr/>
          <p:nvPr/>
        </p:nvSpPr>
        <p:spPr>
          <a:xfrm>
            <a:off x="7340816" y="3272085"/>
            <a:ext cx="548700" cy="548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31" name="Google Shape;231;p5"/>
          <p:cNvSpPr/>
          <p:nvPr/>
        </p:nvSpPr>
        <p:spPr>
          <a:xfrm>
            <a:off x="5684696" y="3272085"/>
            <a:ext cx="548700" cy="548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32" name="Google Shape;232;p5"/>
          <p:cNvSpPr/>
          <p:nvPr/>
        </p:nvSpPr>
        <p:spPr>
          <a:xfrm>
            <a:off x="4028589" y="3272085"/>
            <a:ext cx="548700" cy="548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33" name="Google Shape;233;p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s-ES"/>
              <a:t>Flujo general</a:t>
            </a:r>
            <a:endParaRPr/>
          </a:p>
        </p:txBody>
      </p:sp>
      <p:sp>
        <p:nvSpPr>
          <p:cNvPr id="234" name="Google Shape;234;p5"/>
          <p:cNvSpPr txBox="1"/>
          <p:nvPr/>
        </p:nvSpPr>
        <p:spPr>
          <a:xfrm>
            <a:off x="722491" y="1959300"/>
            <a:ext cx="2557200" cy="411600"/>
          </a:xfrm>
          <a:prstGeom prst="rect">
            <a:avLst/>
          </a:prstGeom>
          <a:noFill/>
          <a:ln>
            <a:noFill/>
          </a:ln>
        </p:spPr>
        <p:txBody>
          <a:bodyPr anchorCtr="0" anchor="b" bIns="91425" lIns="91425" spcFirstLastPara="1" rIns="91425" wrap="square" tIns="91425">
            <a:noAutofit/>
          </a:bodyPr>
          <a:lstStyle/>
          <a:p>
            <a:pPr indent="0" lvl="0" marL="0" marR="0" rtl="0" algn="r">
              <a:lnSpc>
                <a:spcPct val="115000"/>
              </a:lnSpc>
              <a:spcBef>
                <a:spcPts val="0"/>
              </a:spcBef>
              <a:spcAft>
                <a:spcPts val="0"/>
              </a:spcAft>
              <a:buNone/>
            </a:pPr>
            <a:r>
              <a:rPr b="0" i="0" lang="es-ES" sz="2000" u="none" cap="none" strike="noStrike">
                <a:solidFill>
                  <a:schemeClr val="dk1"/>
                </a:solidFill>
                <a:latin typeface="DM Sans ExtraBold"/>
                <a:ea typeface="DM Sans ExtraBold"/>
                <a:cs typeface="DM Sans ExtraBold"/>
                <a:sym typeface="DM Sans ExtraBold"/>
              </a:rPr>
              <a:t>BASE DE DATOS</a:t>
            </a:r>
            <a:endParaRPr/>
          </a:p>
        </p:txBody>
      </p:sp>
      <p:sp>
        <p:nvSpPr>
          <p:cNvPr id="235" name="Google Shape;235;p5"/>
          <p:cNvSpPr txBox="1"/>
          <p:nvPr/>
        </p:nvSpPr>
        <p:spPr>
          <a:xfrm>
            <a:off x="722450" y="2242050"/>
            <a:ext cx="2557200" cy="19803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0"/>
              </a:spcAft>
              <a:buNone/>
            </a:pPr>
            <a:r>
              <a:rPr b="0" i="0" lang="es-ES" sz="1400" u="none" cap="none" strike="noStrike">
                <a:solidFill>
                  <a:schemeClr val="dk1"/>
                </a:solidFill>
                <a:latin typeface="Lato"/>
                <a:ea typeface="Lato"/>
                <a:cs typeface="Lato"/>
                <a:sym typeface="Lato"/>
              </a:rPr>
              <a:t>Registra: clientes, productos, pedidos y detalle de pedidos.</a:t>
            </a:r>
            <a:endParaRPr/>
          </a:p>
          <a:p>
            <a:pPr indent="0" lvl="0" marL="0" marR="0" rtl="0" algn="r">
              <a:lnSpc>
                <a:spcPct val="115000"/>
              </a:lnSpc>
              <a:spcBef>
                <a:spcPts val="0"/>
              </a:spcBef>
              <a:spcAft>
                <a:spcPts val="0"/>
              </a:spcAft>
              <a:buNone/>
            </a:pPr>
            <a:r>
              <a:rPr b="0" i="0" lang="es-ES" sz="1400" u="none" cap="none" strike="noStrike">
                <a:solidFill>
                  <a:schemeClr val="dk1"/>
                </a:solidFill>
                <a:latin typeface="Lato"/>
                <a:ea typeface="Lato"/>
                <a:cs typeface="Lato"/>
                <a:sym typeface="Lato"/>
              </a:rPr>
              <a:t>Modelo con 4 tablas principales</a:t>
            </a:r>
            <a:endParaRPr/>
          </a:p>
        </p:txBody>
      </p:sp>
      <p:sp>
        <p:nvSpPr>
          <p:cNvPr id="236" name="Google Shape;236;p5"/>
          <p:cNvSpPr txBox="1"/>
          <p:nvPr/>
        </p:nvSpPr>
        <p:spPr>
          <a:xfrm>
            <a:off x="3486923" y="1694122"/>
            <a:ext cx="1617600" cy="1017022"/>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None/>
            </a:pPr>
            <a:r>
              <a:rPr b="0" i="0" lang="es-ES" sz="2000" u="none" cap="none" strike="noStrike">
                <a:solidFill>
                  <a:schemeClr val="dk1"/>
                </a:solidFill>
                <a:latin typeface="DM Sans ExtraBold"/>
                <a:ea typeface="DM Sans ExtraBold"/>
                <a:cs typeface="DM Sans ExtraBold"/>
                <a:sym typeface="DM Sans ExtraBold"/>
              </a:rPr>
              <a:t>Datos</a:t>
            </a:r>
            <a:endParaRPr/>
          </a:p>
          <a:p>
            <a:pPr indent="0" lvl="0" marL="0" marR="0" rtl="0" algn="ctr">
              <a:lnSpc>
                <a:spcPct val="115000"/>
              </a:lnSpc>
              <a:spcBef>
                <a:spcPts val="0"/>
              </a:spcBef>
              <a:spcAft>
                <a:spcPts val="0"/>
              </a:spcAft>
              <a:buClr>
                <a:srgbClr val="000000"/>
              </a:buClr>
              <a:buSzPts val="1100"/>
              <a:buFont typeface="Arial"/>
              <a:buNone/>
            </a:pPr>
            <a:r>
              <a:t/>
            </a:r>
            <a:endParaRPr b="0" i="0" sz="2000" u="none" cap="none" strike="noStrike">
              <a:solidFill>
                <a:schemeClr val="dk1"/>
              </a:solidFill>
              <a:latin typeface="DM Sans ExtraBold"/>
              <a:ea typeface="DM Sans ExtraBold"/>
              <a:cs typeface="DM Sans ExtraBold"/>
              <a:sym typeface="DM Sans ExtraBold"/>
            </a:endParaRPr>
          </a:p>
        </p:txBody>
      </p:sp>
      <p:sp>
        <p:nvSpPr>
          <p:cNvPr id="237" name="Google Shape;237;p5"/>
          <p:cNvSpPr txBox="1"/>
          <p:nvPr/>
        </p:nvSpPr>
        <p:spPr>
          <a:xfrm>
            <a:off x="3494139" y="2242050"/>
            <a:ext cx="1617600" cy="901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b="0" i="0" lang="es-ES" sz="1400" u="none" cap="none" strike="noStrike">
                <a:solidFill>
                  <a:schemeClr val="dk1"/>
                </a:solidFill>
                <a:latin typeface="Lato"/>
                <a:ea typeface="Lato"/>
                <a:cs typeface="Lato"/>
                <a:sym typeface="Lato"/>
              </a:rPr>
              <a:t>Importación desde CSV a la base de datos</a:t>
            </a:r>
            <a:endParaRPr b="0" i="0" sz="1400" u="none" cap="none" strike="noStrike">
              <a:solidFill>
                <a:schemeClr val="dk1"/>
              </a:solidFill>
              <a:latin typeface="Lato"/>
              <a:ea typeface="Lato"/>
              <a:cs typeface="Lato"/>
              <a:sym typeface="Lato"/>
            </a:endParaRPr>
          </a:p>
        </p:txBody>
      </p:sp>
      <p:sp>
        <p:nvSpPr>
          <p:cNvPr id="238" name="Google Shape;238;p5"/>
          <p:cNvSpPr txBox="1"/>
          <p:nvPr/>
        </p:nvSpPr>
        <p:spPr>
          <a:xfrm>
            <a:off x="5150246" y="1960350"/>
            <a:ext cx="1617600" cy="4095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100"/>
              <a:buFont typeface="Arial"/>
              <a:buNone/>
            </a:pPr>
            <a:r>
              <a:rPr b="0" i="0" lang="es-ES" sz="2000" u="none" cap="none" strike="noStrike">
                <a:solidFill>
                  <a:schemeClr val="dk1"/>
                </a:solidFill>
                <a:latin typeface="DM Sans ExtraBold"/>
                <a:ea typeface="DM Sans ExtraBold"/>
                <a:cs typeface="DM Sans ExtraBold"/>
                <a:sym typeface="DM Sans ExtraBold"/>
              </a:rPr>
              <a:t>Consultas</a:t>
            </a:r>
            <a:endParaRPr b="0" i="0" sz="2000" u="none" cap="none" strike="noStrike">
              <a:solidFill>
                <a:schemeClr val="dk1"/>
              </a:solidFill>
              <a:latin typeface="DM Sans ExtraBold"/>
              <a:ea typeface="DM Sans ExtraBold"/>
              <a:cs typeface="DM Sans ExtraBold"/>
              <a:sym typeface="DM Sans ExtraBold"/>
            </a:endParaRPr>
          </a:p>
        </p:txBody>
      </p:sp>
      <p:sp>
        <p:nvSpPr>
          <p:cNvPr id="239" name="Google Shape;239;p5"/>
          <p:cNvSpPr txBox="1"/>
          <p:nvPr/>
        </p:nvSpPr>
        <p:spPr>
          <a:xfrm>
            <a:off x="5150252" y="2242050"/>
            <a:ext cx="1617600" cy="901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b="0" i="0" lang="es-ES" sz="1400" u="none" cap="none" strike="noStrike">
                <a:solidFill>
                  <a:schemeClr val="dk1"/>
                </a:solidFill>
                <a:latin typeface="Lato"/>
                <a:ea typeface="Lato"/>
                <a:cs typeface="Lato"/>
                <a:sym typeface="Lato"/>
              </a:rPr>
              <a:t>CRUD + consultas y exportación a CSV</a:t>
            </a:r>
            <a:endParaRPr b="0" i="0" sz="1400" u="none" cap="none" strike="noStrike">
              <a:solidFill>
                <a:schemeClr val="dk1"/>
              </a:solidFill>
              <a:latin typeface="Lato"/>
              <a:ea typeface="Lato"/>
              <a:cs typeface="Lato"/>
              <a:sym typeface="Lato"/>
            </a:endParaRPr>
          </a:p>
        </p:txBody>
      </p:sp>
      <p:sp>
        <p:nvSpPr>
          <p:cNvPr id="240" name="Google Shape;240;p5"/>
          <p:cNvSpPr txBox="1"/>
          <p:nvPr/>
        </p:nvSpPr>
        <p:spPr>
          <a:xfrm>
            <a:off x="6806366" y="1960350"/>
            <a:ext cx="1898154" cy="4095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100"/>
              <a:buFont typeface="Arial"/>
              <a:buNone/>
            </a:pPr>
            <a:r>
              <a:rPr b="0" i="0" lang="es-ES" sz="2000" u="none" cap="none" strike="noStrike">
                <a:solidFill>
                  <a:schemeClr val="dk1"/>
                </a:solidFill>
                <a:latin typeface="DM Sans ExtraBold"/>
                <a:ea typeface="DM Sans ExtraBold"/>
                <a:cs typeface="DM Sans ExtraBold"/>
                <a:sym typeface="DM Sans ExtraBold"/>
              </a:rPr>
              <a:t>Analysis</a:t>
            </a:r>
            <a:endParaRPr b="0" i="0" sz="2000" u="none" cap="none" strike="noStrike">
              <a:solidFill>
                <a:schemeClr val="dk1"/>
              </a:solidFill>
              <a:latin typeface="DM Sans ExtraBold"/>
              <a:ea typeface="DM Sans ExtraBold"/>
              <a:cs typeface="DM Sans ExtraBold"/>
              <a:sym typeface="DM Sans ExtraBold"/>
            </a:endParaRPr>
          </a:p>
        </p:txBody>
      </p:sp>
      <p:sp>
        <p:nvSpPr>
          <p:cNvPr id="241" name="Google Shape;241;p5"/>
          <p:cNvSpPr txBox="1"/>
          <p:nvPr/>
        </p:nvSpPr>
        <p:spPr>
          <a:xfrm>
            <a:off x="6806365" y="2242050"/>
            <a:ext cx="1898155" cy="901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b="0" i="0" lang="es-ES" sz="1400" u="none" cap="none" strike="noStrike">
                <a:solidFill>
                  <a:schemeClr val="dk1"/>
                </a:solidFill>
                <a:latin typeface="Lato"/>
                <a:ea typeface="Lato"/>
                <a:cs typeface="Lato"/>
                <a:sym typeface="Lato"/>
              </a:rPr>
              <a:t>Descriptivo, diagnóstico, regresión y prescriptivo</a:t>
            </a:r>
            <a:endParaRPr b="0" i="0" sz="1400" u="none" cap="none" strike="noStrike">
              <a:solidFill>
                <a:schemeClr val="dk1"/>
              </a:solidFill>
              <a:latin typeface="Lato"/>
              <a:ea typeface="Lato"/>
              <a:cs typeface="Lato"/>
              <a:sym typeface="Lato"/>
            </a:endParaRPr>
          </a:p>
        </p:txBody>
      </p:sp>
      <p:sp>
        <p:nvSpPr>
          <p:cNvPr id="242" name="Google Shape;242;p5"/>
          <p:cNvSpPr txBox="1"/>
          <p:nvPr/>
        </p:nvSpPr>
        <p:spPr>
          <a:xfrm>
            <a:off x="5197650" y="4193969"/>
            <a:ext cx="1522800" cy="3747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s-ES" sz="2000" u="none" cap="none" strike="noStrike">
                <a:solidFill>
                  <a:schemeClr val="dk1"/>
                </a:solidFill>
                <a:latin typeface="DM Sans"/>
                <a:ea typeface="DM Sans"/>
                <a:cs typeface="DM Sans"/>
                <a:sym typeface="DM Sans"/>
              </a:rPr>
              <a:t>Pipeline</a:t>
            </a:r>
            <a:endParaRPr b="1" i="0" sz="2000" u="none" cap="none" strike="noStrike">
              <a:solidFill>
                <a:schemeClr val="dk1"/>
              </a:solidFill>
              <a:latin typeface="DM Sans"/>
              <a:ea typeface="DM Sans"/>
              <a:cs typeface="DM Sans"/>
              <a:sym typeface="DM Sans"/>
            </a:endParaRPr>
          </a:p>
        </p:txBody>
      </p:sp>
      <p:grpSp>
        <p:nvGrpSpPr>
          <p:cNvPr id="243" name="Google Shape;243;p5"/>
          <p:cNvGrpSpPr/>
          <p:nvPr/>
        </p:nvGrpSpPr>
        <p:grpSpPr>
          <a:xfrm>
            <a:off x="7568412" y="3351793"/>
            <a:ext cx="321104" cy="389284"/>
            <a:chOff x="3952859" y="3782591"/>
            <a:chExt cx="321104" cy="389284"/>
          </a:xfrm>
        </p:grpSpPr>
        <p:sp>
          <p:nvSpPr>
            <p:cNvPr id="244" name="Google Shape;244;p5"/>
            <p:cNvSpPr/>
            <p:nvPr/>
          </p:nvSpPr>
          <p:spPr>
            <a:xfrm>
              <a:off x="3952859" y="3782591"/>
              <a:ext cx="321104" cy="389284"/>
            </a:xfrm>
            <a:custGeom>
              <a:rect b="b" l="l" r="r" t="t"/>
              <a:pathLst>
                <a:path extrusionOk="0" h="149" w="123">
                  <a:moveTo>
                    <a:pt x="114" y="0"/>
                  </a:moveTo>
                  <a:cubicBezTo>
                    <a:pt x="16" y="0"/>
                    <a:pt x="16" y="0"/>
                    <a:pt x="16" y="0"/>
                  </a:cubicBezTo>
                  <a:cubicBezTo>
                    <a:pt x="7" y="0"/>
                    <a:pt x="0" y="7"/>
                    <a:pt x="0" y="16"/>
                  </a:cubicBezTo>
                  <a:cubicBezTo>
                    <a:pt x="0" y="133"/>
                    <a:pt x="0" y="133"/>
                    <a:pt x="0" y="133"/>
                  </a:cubicBezTo>
                  <a:cubicBezTo>
                    <a:pt x="0" y="142"/>
                    <a:pt x="7" y="149"/>
                    <a:pt x="16" y="149"/>
                  </a:cubicBezTo>
                  <a:cubicBezTo>
                    <a:pt x="114" y="149"/>
                    <a:pt x="114" y="149"/>
                    <a:pt x="114" y="149"/>
                  </a:cubicBezTo>
                  <a:cubicBezTo>
                    <a:pt x="119" y="149"/>
                    <a:pt x="123" y="145"/>
                    <a:pt x="123" y="140"/>
                  </a:cubicBezTo>
                  <a:cubicBezTo>
                    <a:pt x="123" y="8"/>
                    <a:pt x="123" y="8"/>
                    <a:pt x="123" y="8"/>
                  </a:cubicBezTo>
                  <a:cubicBezTo>
                    <a:pt x="123" y="4"/>
                    <a:pt x="119" y="0"/>
                    <a:pt x="114" y="0"/>
                  </a:cubicBezTo>
                  <a:close/>
                  <a:moveTo>
                    <a:pt x="16" y="143"/>
                  </a:moveTo>
                  <a:cubicBezTo>
                    <a:pt x="10" y="143"/>
                    <a:pt x="6" y="138"/>
                    <a:pt x="6" y="132"/>
                  </a:cubicBezTo>
                  <a:cubicBezTo>
                    <a:pt x="6" y="127"/>
                    <a:pt x="11" y="123"/>
                    <a:pt x="16" y="123"/>
                  </a:cubicBezTo>
                  <a:cubicBezTo>
                    <a:pt x="105" y="123"/>
                    <a:pt x="105" y="123"/>
                    <a:pt x="105" y="123"/>
                  </a:cubicBezTo>
                  <a:cubicBezTo>
                    <a:pt x="105" y="143"/>
                    <a:pt x="105" y="143"/>
                    <a:pt x="105" y="143"/>
                  </a:cubicBezTo>
                  <a:lnTo>
                    <a:pt x="16" y="143"/>
                  </a:lnTo>
                  <a:close/>
                  <a:moveTo>
                    <a:pt x="114" y="143"/>
                  </a:moveTo>
                  <a:cubicBezTo>
                    <a:pt x="111" y="143"/>
                    <a:pt x="111" y="143"/>
                    <a:pt x="111" y="143"/>
                  </a:cubicBezTo>
                  <a:cubicBezTo>
                    <a:pt x="111" y="123"/>
                    <a:pt x="111" y="123"/>
                    <a:pt x="111" y="123"/>
                  </a:cubicBezTo>
                  <a:cubicBezTo>
                    <a:pt x="114" y="123"/>
                    <a:pt x="114" y="123"/>
                    <a:pt x="114" y="123"/>
                  </a:cubicBezTo>
                  <a:cubicBezTo>
                    <a:pt x="115" y="123"/>
                    <a:pt x="116" y="122"/>
                    <a:pt x="117" y="122"/>
                  </a:cubicBezTo>
                  <a:cubicBezTo>
                    <a:pt x="117" y="140"/>
                    <a:pt x="117" y="140"/>
                    <a:pt x="117" y="140"/>
                  </a:cubicBezTo>
                  <a:cubicBezTo>
                    <a:pt x="117" y="142"/>
                    <a:pt x="115" y="143"/>
                    <a:pt x="114" y="143"/>
                  </a:cubicBezTo>
                  <a:close/>
                  <a:moveTo>
                    <a:pt x="117" y="114"/>
                  </a:moveTo>
                  <a:cubicBezTo>
                    <a:pt x="117" y="115"/>
                    <a:pt x="115" y="117"/>
                    <a:pt x="114" y="117"/>
                  </a:cubicBezTo>
                  <a:cubicBezTo>
                    <a:pt x="19" y="117"/>
                    <a:pt x="19" y="117"/>
                    <a:pt x="19" y="117"/>
                  </a:cubicBezTo>
                  <a:cubicBezTo>
                    <a:pt x="19" y="74"/>
                    <a:pt x="19" y="74"/>
                    <a:pt x="19" y="74"/>
                  </a:cubicBezTo>
                  <a:cubicBezTo>
                    <a:pt x="19" y="73"/>
                    <a:pt x="18" y="72"/>
                    <a:pt x="17" y="71"/>
                  </a:cubicBezTo>
                  <a:cubicBezTo>
                    <a:pt x="15" y="71"/>
                    <a:pt x="13" y="72"/>
                    <a:pt x="13" y="74"/>
                  </a:cubicBezTo>
                  <a:cubicBezTo>
                    <a:pt x="13" y="117"/>
                    <a:pt x="13" y="117"/>
                    <a:pt x="13" y="117"/>
                  </a:cubicBezTo>
                  <a:cubicBezTo>
                    <a:pt x="11" y="117"/>
                    <a:pt x="8" y="119"/>
                    <a:pt x="6" y="120"/>
                  </a:cubicBezTo>
                  <a:cubicBezTo>
                    <a:pt x="6" y="16"/>
                    <a:pt x="6" y="16"/>
                    <a:pt x="6" y="16"/>
                  </a:cubicBezTo>
                  <a:cubicBezTo>
                    <a:pt x="6" y="11"/>
                    <a:pt x="9" y="7"/>
                    <a:pt x="13" y="6"/>
                  </a:cubicBezTo>
                  <a:cubicBezTo>
                    <a:pt x="13" y="48"/>
                    <a:pt x="13" y="48"/>
                    <a:pt x="13" y="48"/>
                  </a:cubicBezTo>
                  <a:cubicBezTo>
                    <a:pt x="13" y="49"/>
                    <a:pt x="14" y="51"/>
                    <a:pt x="16" y="51"/>
                  </a:cubicBezTo>
                  <a:cubicBezTo>
                    <a:pt x="18" y="51"/>
                    <a:pt x="19" y="50"/>
                    <a:pt x="19" y="48"/>
                  </a:cubicBezTo>
                  <a:cubicBezTo>
                    <a:pt x="19" y="5"/>
                    <a:pt x="19" y="5"/>
                    <a:pt x="19" y="5"/>
                  </a:cubicBezTo>
                  <a:cubicBezTo>
                    <a:pt x="114" y="5"/>
                    <a:pt x="114" y="5"/>
                    <a:pt x="114" y="5"/>
                  </a:cubicBezTo>
                  <a:cubicBezTo>
                    <a:pt x="115" y="5"/>
                    <a:pt x="117" y="7"/>
                    <a:pt x="117" y="8"/>
                  </a:cubicBezTo>
                  <a:cubicBezTo>
                    <a:pt x="117" y="114"/>
                    <a:pt x="117" y="114"/>
                    <a:pt x="117" y="11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5" name="Google Shape;245;p5"/>
            <p:cNvSpPr/>
            <p:nvPr/>
          </p:nvSpPr>
          <p:spPr>
            <a:xfrm>
              <a:off x="3986950" y="3934346"/>
              <a:ext cx="15395" cy="15395"/>
            </a:xfrm>
            <a:custGeom>
              <a:rect b="b" l="l" r="r" t="t"/>
              <a:pathLst>
                <a:path extrusionOk="0" h="6" w="6">
                  <a:moveTo>
                    <a:pt x="4" y="0"/>
                  </a:moveTo>
                  <a:cubicBezTo>
                    <a:pt x="2" y="0"/>
                    <a:pt x="0" y="1"/>
                    <a:pt x="0" y="3"/>
                  </a:cubicBezTo>
                  <a:cubicBezTo>
                    <a:pt x="0" y="5"/>
                    <a:pt x="2" y="6"/>
                    <a:pt x="3" y="6"/>
                  </a:cubicBezTo>
                  <a:cubicBezTo>
                    <a:pt x="5" y="6"/>
                    <a:pt x="6" y="5"/>
                    <a:pt x="6" y="3"/>
                  </a:cubicBezTo>
                  <a:cubicBezTo>
                    <a:pt x="6" y="3"/>
                    <a:pt x="6" y="3"/>
                    <a:pt x="6" y="3"/>
                  </a:cubicBezTo>
                  <a:cubicBezTo>
                    <a:pt x="6" y="2"/>
                    <a:pt x="5" y="1"/>
                    <a:pt x="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6" name="Google Shape;246;p5"/>
            <p:cNvSpPr/>
            <p:nvPr/>
          </p:nvSpPr>
          <p:spPr>
            <a:xfrm>
              <a:off x="4078222" y="3898056"/>
              <a:ext cx="104469" cy="104469"/>
            </a:xfrm>
            <a:custGeom>
              <a:rect b="b" l="l" r="r" t="t"/>
              <a:pathLst>
                <a:path extrusionOk="0" h="40" w="40">
                  <a:moveTo>
                    <a:pt x="37" y="0"/>
                  </a:moveTo>
                  <a:cubicBezTo>
                    <a:pt x="33" y="0"/>
                    <a:pt x="30" y="3"/>
                    <a:pt x="30" y="7"/>
                  </a:cubicBezTo>
                  <a:cubicBezTo>
                    <a:pt x="30" y="13"/>
                    <a:pt x="30" y="13"/>
                    <a:pt x="30" y="13"/>
                  </a:cubicBezTo>
                  <a:cubicBezTo>
                    <a:pt x="30" y="17"/>
                    <a:pt x="27" y="20"/>
                    <a:pt x="23" y="20"/>
                  </a:cubicBezTo>
                  <a:cubicBezTo>
                    <a:pt x="23" y="20"/>
                    <a:pt x="23" y="20"/>
                    <a:pt x="23" y="20"/>
                  </a:cubicBezTo>
                  <a:cubicBezTo>
                    <a:pt x="23" y="5"/>
                    <a:pt x="23" y="5"/>
                    <a:pt x="23" y="5"/>
                  </a:cubicBezTo>
                  <a:cubicBezTo>
                    <a:pt x="25" y="5"/>
                    <a:pt x="25" y="5"/>
                    <a:pt x="25" y="5"/>
                  </a:cubicBezTo>
                  <a:cubicBezTo>
                    <a:pt x="25" y="5"/>
                    <a:pt x="25" y="5"/>
                    <a:pt x="26" y="5"/>
                  </a:cubicBezTo>
                  <a:cubicBezTo>
                    <a:pt x="28" y="2"/>
                    <a:pt x="26" y="0"/>
                    <a:pt x="24" y="0"/>
                  </a:cubicBezTo>
                  <a:cubicBezTo>
                    <a:pt x="16" y="0"/>
                    <a:pt x="16" y="0"/>
                    <a:pt x="16" y="0"/>
                  </a:cubicBezTo>
                  <a:cubicBezTo>
                    <a:pt x="15" y="0"/>
                    <a:pt x="15" y="0"/>
                    <a:pt x="15" y="0"/>
                  </a:cubicBezTo>
                  <a:cubicBezTo>
                    <a:pt x="12" y="3"/>
                    <a:pt x="14" y="5"/>
                    <a:pt x="16" y="5"/>
                  </a:cubicBezTo>
                  <a:cubicBezTo>
                    <a:pt x="17" y="5"/>
                    <a:pt x="17" y="5"/>
                    <a:pt x="17" y="5"/>
                  </a:cubicBezTo>
                  <a:cubicBezTo>
                    <a:pt x="17" y="20"/>
                    <a:pt x="17" y="20"/>
                    <a:pt x="17" y="20"/>
                  </a:cubicBezTo>
                  <a:cubicBezTo>
                    <a:pt x="17" y="20"/>
                    <a:pt x="17" y="20"/>
                    <a:pt x="17" y="20"/>
                  </a:cubicBezTo>
                  <a:cubicBezTo>
                    <a:pt x="13" y="20"/>
                    <a:pt x="10" y="17"/>
                    <a:pt x="10" y="13"/>
                  </a:cubicBezTo>
                  <a:cubicBezTo>
                    <a:pt x="10" y="7"/>
                    <a:pt x="10" y="7"/>
                    <a:pt x="10" y="7"/>
                  </a:cubicBezTo>
                  <a:cubicBezTo>
                    <a:pt x="10" y="3"/>
                    <a:pt x="7" y="0"/>
                    <a:pt x="3" y="0"/>
                  </a:cubicBezTo>
                  <a:cubicBezTo>
                    <a:pt x="2" y="0"/>
                    <a:pt x="0" y="1"/>
                    <a:pt x="0" y="2"/>
                  </a:cubicBezTo>
                  <a:cubicBezTo>
                    <a:pt x="0" y="4"/>
                    <a:pt x="1" y="5"/>
                    <a:pt x="3" y="5"/>
                  </a:cubicBezTo>
                  <a:cubicBezTo>
                    <a:pt x="4" y="5"/>
                    <a:pt x="4" y="6"/>
                    <a:pt x="4" y="7"/>
                  </a:cubicBezTo>
                  <a:cubicBezTo>
                    <a:pt x="4" y="13"/>
                    <a:pt x="4" y="13"/>
                    <a:pt x="4" y="13"/>
                  </a:cubicBezTo>
                  <a:cubicBezTo>
                    <a:pt x="4" y="20"/>
                    <a:pt x="10" y="26"/>
                    <a:pt x="17" y="26"/>
                  </a:cubicBezTo>
                  <a:cubicBezTo>
                    <a:pt x="17" y="26"/>
                    <a:pt x="17" y="26"/>
                    <a:pt x="17" y="26"/>
                  </a:cubicBezTo>
                  <a:cubicBezTo>
                    <a:pt x="17" y="35"/>
                    <a:pt x="17" y="35"/>
                    <a:pt x="17" y="35"/>
                  </a:cubicBezTo>
                  <a:cubicBezTo>
                    <a:pt x="15" y="35"/>
                    <a:pt x="15" y="35"/>
                    <a:pt x="15" y="35"/>
                  </a:cubicBezTo>
                  <a:cubicBezTo>
                    <a:pt x="15" y="35"/>
                    <a:pt x="15" y="35"/>
                    <a:pt x="14" y="35"/>
                  </a:cubicBezTo>
                  <a:cubicBezTo>
                    <a:pt x="12" y="38"/>
                    <a:pt x="14" y="40"/>
                    <a:pt x="16" y="40"/>
                  </a:cubicBezTo>
                  <a:cubicBezTo>
                    <a:pt x="24" y="40"/>
                    <a:pt x="24" y="40"/>
                    <a:pt x="24" y="40"/>
                  </a:cubicBezTo>
                  <a:cubicBezTo>
                    <a:pt x="25" y="40"/>
                    <a:pt x="25" y="40"/>
                    <a:pt x="25" y="40"/>
                  </a:cubicBezTo>
                  <a:cubicBezTo>
                    <a:pt x="28" y="37"/>
                    <a:pt x="26" y="35"/>
                    <a:pt x="23" y="35"/>
                  </a:cubicBezTo>
                  <a:cubicBezTo>
                    <a:pt x="23" y="35"/>
                    <a:pt x="23" y="35"/>
                    <a:pt x="23" y="35"/>
                  </a:cubicBezTo>
                  <a:cubicBezTo>
                    <a:pt x="23" y="26"/>
                    <a:pt x="23" y="26"/>
                    <a:pt x="23" y="26"/>
                  </a:cubicBezTo>
                  <a:cubicBezTo>
                    <a:pt x="23" y="26"/>
                    <a:pt x="23" y="26"/>
                    <a:pt x="23" y="26"/>
                  </a:cubicBezTo>
                  <a:cubicBezTo>
                    <a:pt x="30" y="26"/>
                    <a:pt x="36" y="20"/>
                    <a:pt x="36" y="13"/>
                  </a:cubicBezTo>
                  <a:cubicBezTo>
                    <a:pt x="36" y="7"/>
                    <a:pt x="36" y="7"/>
                    <a:pt x="36" y="7"/>
                  </a:cubicBezTo>
                  <a:cubicBezTo>
                    <a:pt x="36" y="6"/>
                    <a:pt x="36" y="5"/>
                    <a:pt x="37" y="5"/>
                  </a:cubicBezTo>
                  <a:cubicBezTo>
                    <a:pt x="39" y="5"/>
                    <a:pt x="40" y="4"/>
                    <a:pt x="40" y="2"/>
                  </a:cubicBezTo>
                  <a:cubicBezTo>
                    <a:pt x="40" y="1"/>
                    <a:pt x="38" y="0"/>
                    <a:pt x="3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7" name="Google Shape;247;p5"/>
            <p:cNvSpPr/>
            <p:nvPr/>
          </p:nvSpPr>
          <p:spPr>
            <a:xfrm>
              <a:off x="4032036" y="3843072"/>
              <a:ext cx="197941" cy="199041"/>
            </a:xfrm>
            <a:custGeom>
              <a:rect b="b" l="l" r="r" t="t"/>
              <a:pathLst>
                <a:path extrusionOk="0" h="76" w="76">
                  <a:moveTo>
                    <a:pt x="38" y="0"/>
                  </a:moveTo>
                  <a:cubicBezTo>
                    <a:pt x="17" y="0"/>
                    <a:pt x="0" y="17"/>
                    <a:pt x="0" y="38"/>
                  </a:cubicBezTo>
                  <a:cubicBezTo>
                    <a:pt x="0" y="59"/>
                    <a:pt x="17" y="76"/>
                    <a:pt x="38" y="76"/>
                  </a:cubicBezTo>
                  <a:cubicBezTo>
                    <a:pt x="59" y="76"/>
                    <a:pt x="76" y="59"/>
                    <a:pt x="76" y="38"/>
                  </a:cubicBezTo>
                  <a:cubicBezTo>
                    <a:pt x="76" y="17"/>
                    <a:pt x="59" y="0"/>
                    <a:pt x="38" y="0"/>
                  </a:cubicBezTo>
                  <a:close/>
                  <a:moveTo>
                    <a:pt x="38" y="70"/>
                  </a:moveTo>
                  <a:cubicBezTo>
                    <a:pt x="20" y="70"/>
                    <a:pt x="6" y="56"/>
                    <a:pt x="6" y="38"/>
                  </a:cubicBezTo>
                  <a:cubicBezTo>
                    <a:pt x="6" y="20"/>
                    <a:pt x="20" y="6"/>
                    <a:pt x="38" y="6"/>
                  </a:cubicBezTo>
                  <a:cubicBezTo>
                    <a:pt x="56" y="6"/>
                    <a:pt x="70" y="20"/>
                    <a:pt x="70" y="38"/>
                  </a:cubicBezTo>
                  <a:cubicBezTo>
                    <a:pt x="70" y="56"/>
                    <a:pt x="56" y="70"/>
                    <a:pt x="38" y="7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48" name="Google Shape;248;p5"/>
          <p:cNvGrpSpPr/>
          <p:nvPr/>
        </p:nvGrpSpPr>
        <p:grpSpPr>
          <a:xfrm>
            <a:off x="5851949" y="3351793"/>
            <a:ext cx="338699" cy="389284"/>
            <a:chOff x="4725929" y="3176670"/>
            <a:chExt cx="338699" cy="389284"/>
          </a:xfrm>
        </p:grpSpPr>
        <p:sp>
          <p:nvSpPr>
            <p:cNvPr id="249" name="Google Shape;249;p5"/>
            <p:cNvSpPr/>
            <p:nvPr/>
          </p:nvSpPr>
          <p:spPr>
            <a:xfrm>
              <a:off x="4725929" y="3176670"/>
              <a:ext cx="338699" cy="389284"/>
            </a:xfrm>
            <a:custGeom>
              <a:rect b="b" l="l" r="r" t="t"/>
              <a:pathLst>
                <a:path extrusionOk="0" h="149" w="130">
                  <a:moveTo>
                    <a:pt x="113" y="17"/>
                  </a:moveTo>
                  <a:cubicBezTo>
                    <a:pt x="102" y="6"/>
                    <a:pt x="87" y="0"/>
                    <a:pt x="72" y="0"/>
                  </a:cubicBezTo>
                  <a:cubicBezTo>
                    <a:pt x="56" y="0"/>
                    <a:pt x="41" y="6"/>
                    <a:pt x="30" y="17"/>
                  </a:cubicBezTo>
                  <a:cubicBezTo>
                    <a:pt x="19" y="27"/>
                    <a:pt x="13" y="42"/>
                    <a:pt x="13" y="57"/>
                  </a:cubicBezTo>
                  <a:cubicBezTo>
                    <a:pt x="13" y="61"/>
                    <a:pt x="10" y="67"/>
                    <a:pt x="5" y="75"/>
                  </a:cubicBezTo>
                  <a:cubicBezTo>
                    <a:pt x="0" y="82"/>
                    <a:pt x="1" y="86"/>
                    <a:pt x="2" y="89"/>
                  </a:cubicBezTo>
                  <a:cubicBezTo>
                    <a:pt x="4" y="92"/>
                    <a:pt x="7" y="95"/>
                    <a:pt x="17" y="96"/>
                  </a:cubicBezTo>
                  <a:cubicBezTo>
                    <a:pt x="17" y="111"/>
                    <a:pt x="17" y="111"/>
                    <a:pt x="17" y="111"/>
                  </a:cubicBezTo>
                  <a:cubicBezTo>
                    <a:pt x="17" y="121"/>
                    <a:pt x="25" y="129"/>
                    <a:pt x="35" y="129"/>
                  </a:cubicBezTo>
                  <a:cubicBezTo>
                    <a:pt x="44" y="129"/>
                    <a:pt x="49" y="129"/>
                    <a:pt x="51" y="131"/>
                  </a:cubicBezTo>
                  <a:cubicBezTo>
                    <a:pt x="53" y="133"/>
                    <a:pt x="54" y="138"/>
                    <a:pt x="54" y="146"/>
                  </a:cubicBezTo>
                  <a:cubicBezTo>
                    <a:pt x="54" y="148"/>
                    <a:pt x="56" y="149"/>
                    <a:pt x="57" y="149"/>
                  </a:cubicBezTo>
                  <a:cubicBezTo>
                    <a:pt x="107" y="149"/>
                    <a:pt x="107" y="149"/>
                    <a:pt x="107" y="149"/>
                  </a:cubicBezTo>
                  <a:cubicBezTo>
                    <a:pt x="107" y="149"/>
                    <a:pt x="107" y="149"/>
                    <a:pt x="107" y="149"/>
                  </a:cubicBezTo>
                  <a:cubicBezTo>
                    <a:pt x="108" y="148"/>
                    <a:pt x="109" y="147"/>
                    <a:pt x="109" y="146"/>
                  </a:cubicBezTo>
                  <a:cubicBezTo>
                    <a:pt x="109" y="138"/>
                    <a:pt x="108" y="133"/>
                    <a:pt x="109" y="128"/>
                  </a:cubicBezTo>
                  <a:cubicBezTo>
                    <a:pt x="109" y="126"/>
                    <a:pt x="107" y="125"/>
                    <a:pt x="106" y="125"/>
                  </a:cubicBezTo>
                  <a:cubicBezTo>
                    <a:pt x="104" y="125"/>
                    <a:pt x="103" y="126"/>
                    <a:pt x="103" y="127"/>
                  </a:cubicBezTo>
                  <a:cubicBezTo>
                    <a:pt x="103" y="132"/>
                    <a:pt x="103" y="137"/>
                    <a:pt x="103" y="143"/>
                  </a:cubicBezTo>
                  <a:cubicBezTo>
                    <a:pt x="60" y="143"/>
                    <a:pt x="60" y="143"/>
                    <a:pt x="60" y="143"/>
                  </a:cubicBezTo>
                  <a:cubicBezTo>
                    <a:pt x="59" y="135"/>
                    <a:pt x="58" y="130"/>
                    <a:pt x="55" y="127"/>
                  </a:cubicBezTo>
                  <a:cubicBezTo>
                    <a:pt x="51" y="123"/>
                    <a:pt x="45" y="123"/>
                    <a:pt x="35" y="123"/>
                  </a:cubicBezTo>
                  <a:cubicBezTo>
                    <a:pt x="28" y="123"/>
                    <a:pt x="23" y="118"/>
                    <a:pt x="23" y="111"/>
                  </a:cubicBezTo>
                  <a:cubicBezTo>
                    <a:pt x="23" y="106"/>
                    <a:pt x="23" y="106"/>
                    <a:pt x="23" y="106"/>
                  </a:cubicBezTo>
                  <a:cubicBezTo>
                    <a:pt x="23" y="106"/>
                    <a:pt x="23" y="106"/>
                    <a:pt x="23" y="106"/>
                  </a:cubicBezTo>
                  <a:cubicBezTo>
                    <a:pt x="26" y="106"/>
                    <a:pt x="29" y="107"/>
                    <a:pt x="32" y="109"/>
                  </a:cubicBezTo>
                  <a:cubicBezTo>
                    <a:pt x="32" y="109"/>
                    <a:pt x="33" y="109"/>
                    <a:pt x="33" y="109"/>
                  </a:cubicBezTo>
                  <a:cubicBezTo>
                    <a:pt x="35" y="109"/>
                    <a:pt x="37" y="107"/>
                    <a:pt x="36" y="105"/>
                  </a:cubicBezTo>
                  <a:cubicBezTo>
                    <a:pt x="36" y="105"/>
                    <a:pt x="36" y="104"/>
                    <a:pt x="36" y="104"/>
                  </a:cubicBezTo>
                  <a:cubicBezTo>
                    <a:pt x="32" y="102"/>
                    <a:pt x="27" y="100"/>
                    <a:pt x="23" y="100"/>
                  </a:cubicBezTo>
                  <a:cubicBezTo>
                    <a:pt x="23" y="100"/>
                    <a:pt x="23" y="100"/>
                    <a:pt x="23" y="100"/>
                  </a:cubicBezTo>
                  <a:cubicBezTo>
                    <a:pt x="23" y="91"/>
                    <a:pt x="23" y="91"/>
                    <a:pt x="23" y="91"/>
                  </a:cubicBezTo>
                  <a:cubicBezTo>
                    <a:pt x="23" y="90"/>
                    <a:pt x="22" y="90"/>
                    <a:pt x="22" y="90"/>
                  </a:cubicBezTo>
                  <a:cubicBezTo>
                    <a:pt x="14" y="90"/>
                    <a:pt x="9" y="89"/>
                    <a:pt x="7" y="86"/>
                  </a:cubicBezTo>
                  <a:cubicBezTo>
                    <a:pt x="6" y="84"/>
                    <a:pt x="7" y="82"/>
                    <a:pt x="10" y="78"/>
                  </a:cubicBezTo>
                  <a:cubicBezTo>
                    <a:pt x="14" y="72"/>
                    <a:pt x="19" y="64"/>
                    <a:pt x="19" y="57"/>
                  </a:cubicBezTo>
                  <a:cubicBezTo>
                    <a:pt x="19" y="29"/>
                    <a:pt x="43" y="5"/>
                    <a:pt x="72" y="5"/>
                  </a:cubicBezTo>
                  <a:cubicBezTo>
                    <a:pt x="100" y="5"/>
                    <a:pt x="124" y="29"/>
                    <a:pt x="124" y="57"/>
                  </a:cubicBezTo>
                  <a:cubicBezTo>
                    <a:pt x="124" y="67"/>
                    <a:pt x="121" y="76"/>
                    <a:pt x="116" y="84"/>
                  </a:cubicBezTo>
                  <a:cubicBezTo>
                    <a:pt x="112" y="90"/>
                    <a:pt x="109" y="96"/>
                    <a:pt x="107" y="102"/>
                  </a:cubicBezTo>
                  <a:cubicBezTo>
                    <a:pt x="107" y="102"/>
                    <a:pt x="107" y="102"/>
                    <a:pt x="107" y="102"/>
                  </a:cubicBezTo>
                  <a:cubicBezTo>
                    <a:pt x="109" y="106"/>
                    <a:pt x="112" y="105"/>
                    <a:pt x="113" y="103"/>
                  </a:cubicBezTo>
                  <a:cubicBezTo>
                    <a:pt x="115" y="98"/>
                    <a:pt x="118" y="93"/>
                    <a:pt x="121" y="87"/>
                  </a:cubicBezTo>
                  <a:cubicBezTo>
                    <a:pt x="127" y="78"/>
                    <a:pt x="130" y="68"/>
                    <a:pt x="130" y="57"/>
                  </a:cubicBezTo>
                  <a:cubicBezTo>
                    <a:pt x="130" y="42"/>
                    <a:pt x="124" y="27"/>
                    <a:pt x="113" y="1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0" name="Google Shape;250;p5"/>
            <p:cNvSpPr/>
            <p:nvPr/>
          </p:nvSpPr>
          <p:spPr>
            <a:xfrm>
              <a:off x="4798508" y="3205262"/>
              <a:ext cx="235330" cy="172649"/>
            </a:xfrm>
            <a:custGeom>
              <a:rect b="b" l="l" r="r" t="t"/>
              <a:pathLst>
                <a:path extrusionOk="0" h="66" w="90">
                  <a:moveTo>
                    <a:pt x="39" y="55"/>
                  </a:moveTo>
                  <a:cubicBezTo>
                    <a:pt x="48" y="56"/>
                    <a:pt x="58" y="57"/>
                    <a:pt x="68" y="63"/>
                  </a:cubicBezTo>
                  <a:cubicBezTo>
                    <a:pt x="71" y="65"/>
                    <a:pt x="74" y="66"/>
                    <a:pt x="77" y="66"/>
                  </a:cubicBezTo>
                  <a:cubicBezTo>
                    <a:pt x="79" y="66"/>
                    <a:pt x="81" y="65"/>
                    <a:pt x="82" y="64"/>
                  </a:cubicBezTo>
                  <a:cubicBezTo>
                    <a:pt x="87" y="61"/>
                    <a:pt x="90" y="55"/>
                    <a:pt x="90" y="46"/>
                  </a:cubicBezTo>
                  <a:cubicBezTo>
                    <a:pt x="90" y="34"/>
                    <a:pt x="85" y="22"/>
                    <a:pt x="76" y="14"/>
                  </a:cubicBezTo>
                  <a:cubicBezTo>
                    <a:pt x="68" y="5"/>
                    <a:pt x="56" y="0"/>
                    <a:pt x="44" y="0"/>
                  </a:cubicBezTo>
                  <a:cubicBezTo>
                    <a:pt x="30" y="0"/>
                    <a:pt x="16" y="7"/>
                    <a:pt x="8" y="17"/>
                  </a:cubicBezTo>
                  <a:cubicBezTo>
                    <a:pt x="2" y="24"/>
                    <a:pt x="0" y="31"/>
                    <a:pt x="1" y="37"/>
                  </a:cubicBezTo>
                  <a:cubicBezTo>
                    <a:pt x="3" y="44"/>
                    <a:pt x="9" y="49"/>
                    <a:pt x="19" y="52"/>
                  </a:cubicBezTo>
                  <a:cubicBezTo>
                    <a:pt x="25" y="54"/>
                    <a:pt x="32" y="55"/>
                    <a:pt x="39" y="55"/>
                  </a:cubicBezTo>
                  <a:close/>
                  <a:moveTo>
                    <a:pt x="7" y="36"/>
                  </a:moveTo>
                  <a:cubicBezTo>
                    <a:pt x="6" y="31"/>
                    <a:pt x="7" y="27"/>
                    <a:pt x="12" y="21"/>
                  </a:cubicBezTo>
                  <a:cubicBezTo>
                    <a:pt x="20" y="12"/>
                    <a:pt x="31" y="6"/>
                    <a:pt x="44" y="6"/>
                  </a:cubicBezTo>
                  <a:cubicBezTo>
                    <a:pt x="66" y="6"/>
                    <a:pt x="84" y="24"/>
                    <a:pt x="84" y="46"/>
                  </a:cubicBezTo>
                  <a:cubicBezTo>
                    <a:pt x="84" y="52"/>
                    <a:pt x="82" y="57"/>
                    <a:pt x="80" y="59"/>
                  </a:cubicBezTo>
                  <a:cubicBezTo>
                    <a:pt x="77" y="60"/>
                    <a:pt x="74" y="60"/>
                    <a:pt x="71" y="58"/>
                  </a:cubicBezTo>
                  <a:cubicBezTo>
                    <a:pt x="60" y="52"/>
                    <a:pt x="50" y="51"/>
                    <a:pt x="39" y="50"/>
                  </a:cubicBezTo>
                  <a:cubicBezTo>
                    <a:pt x="33" y="49"/>
                    <a:pt x="27" y="48"/>
                    <a:pt x="21" y="46"/>
                  </a:cubicBezTo>
                  <a:cubicBezTo>
                    <a:pt x="13" y="44"/>
                    <a:pt x="8" y="40"/>
                    <a:pt x="7" y="3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1" name="Google Shape;251;p5"/>
            <p:cNvSpPr/>
            <p:nvPr/>
          </p:nvSpPr>
          <p:spPr>
            <a:xfrm>
              <a:off x="4834797" y="3237153"/>
              <a:ext cx="169350" cy="98971"/>
            </a:xfrm>
            <a:custGeom>
              <a:rect b="b" l="l" r="r" t="t"/>
              <a:pathLst>
                <a:path extrusionOk="0" h="38" w="65">
                  <a:moveTo>
                    <a:pt x="26" y="32"/>
                  </a:moveTo>
                  <a:cubicBezTo>
                    <a:pt x="28" y="32"/>
                    <a:pt x="30" y="32"/>
                    <a:pt x="31" y="32"/>
                  </a:cubicBezTo>
                  <a:cubicBezTo>
                    <a:pt x="41" y="33"/>
                    <a:pt x="48" y="35"/>
                    <a:pt x="54" y="38"/>
                  </a:cubicBezTo>
                  <a:cubicBezTo>
                    <a:pt x="55" y="38"/>
                    <a:pt x="56" y="38"/>
                    <a:pt x="57" y="38"/>
                  </a:cubicBezTo>
                  <a:cubicBezTo>
                    <a:pt x="59" y="38"/>
                    <a:pt x="60" y="38"/>
                    <a:pt x="62" y="37"/>
                  </a:cubicBezTo>
                  <a:cubicBezTo>
                    <a:pt x="64" y="36"/>
                    <a:pt x="65" y="33"/>
                    <a:pt x="64" y="30"/>
                  </a:cubicBezTo>
                  <a:cubicBezTo>
                    <a:pt x="63" y="22"/>
                    <a:pt x="59" y="14"/>
                    <a:pt x="53" y="9"/>
                  </a:cubicBezTo>
                  <a:cubicBezTo>
                    <a:pt x="46" y="3"/>
                    <a:pt x="38" y="0"/>
                    <a:pt x="30" y="0"/>
                  </a:cubicBezTo>
                  <a:cubicBezTo>
                    <a:pt x="19" y="0"/>
                    <a:pt x="9" y="5"/>
                    <a:pt x="3" y="13"/>
                  </a:cubicBezTo>
                  <a:cubicBezTo>
                    <a:pt x="1" y="15"/>
                    <a:pt x="0" y="18"/>
                    <a:pt x="0" y="21"/>
                  </a:cubicBezTo>
                  <a:cubicBezTo>
                    <a:pt x="1" y="24"/>
                    <a:pt x="4" y="27"/>
                    <a:pt x="9" y="29"/>
                  </a:cubicBezTo>
                  <a:cubicBezTo>
                    <a:pt x="14" y="31"/>
                    <a:pt x="20" y="31"/>
                    <a:pt x="26" y="32"/>
                  </a:cubicBezTo>
                  <a:close/>
                  <a:moveTo>
                    <a:pt x="6" y="19"/>
                  </a:moveTo>
                  <a:cubicBezTo>
                    <a:pt x="6" y="18"/>
                    <a:pt x="6" y="17"/>
                    <a:pt x="7" y="17"/>
                  </a:cubicBezTo>
                  <a:cubicBezTo>
                    <a:pt x="7" y="17"/>
                    <a:pt x="7" y="17"/>
                    <a:pt x="7" y="16"/>
                  </a:cubicBezTo>
                  <a:cubicBezTo>
                    <a:pt x="13" y="10"/>
                    <a:pt x="21" y="6"/>
                    <a:pt x="30" y="6"/>
                  </a:cubicBezTo>
                  <a:cubicBezTo>
                    <a:pt x="44" y="6"/>
                    <a:pt x="57" y="17"/>
                    <a:pt x="58" y="31"/>
                  </a:cubicBezTo>
                  <a:cubicBezTo>
                    <a:pt x="59" y="32"/>
                    <a:pt x="58" y="32"/>
                    <a:pt x="58" y="32"/>
                  </a:cubicBezTo>
                  <a:cubicBezTo>
                    <a:pt x="58" y="33"/>
                    <a:pt x="57" y="33"/>
                    <a:pt x="56" y="32"/>
                  </a:cubicBezTo>
                  <a:cubicBezTo>
                    <a:pt x="47" y="29"/>
                    <a:pt x="39" y="27"/>
                    <a:pt x="32" y="27"/>
                  </a:cubicBezTo>
                  <a:cubicBezTo>
                    <a:pt x="30" y="26"/>
                    <a:pt x="29" y="26"/>
                    <a:pt x="27" y="26"/>
                  </a:cubicBezTo>
                  <a:cubicBezTo>
                    <a:pt x="21" y="25"/>
                    <a:pt x="15" y="25"/>
                    <a:pt x="11" y="23"/>
                  </a:cubicBezTo>
                  <a:cubicBezTo>
                    <a:pt x="8" y="23"/>
                    <a:pt x="7" y="21"/>
                    <a:pt x="6" y="1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2" name="Google Shape;252;p5"/>
            <p:cNvSpPr/>
            <p:nvPr/>
          </p:nvSpPr>
          <p:spPr>
            <a:xfrm>
              <a:off x="4887581" y="3270143"/>
              <a:ext cx="62682" cy="24193"/>
            </a:xfrm>
            <a:custGeom>
              <a:rect b="b" l="l" r="r" t="t"/>
              <a:pathLst>
                <a:path extrusionOk="0" h="9" w="24">
                  <a:moveTo>
                    <a:pt x="5" y="7"/>
                  </a:moveTo>
                  <a:cubicBezTo>
                    <a:pt x="7" y="6"/>
                    <a:pt x="9" y="6"/>
                    <a:pt x="11" y="6"/>
                  </a:cubicBezTo>
                  <a:cubicBezTo>
                    <a:pt x="14" y="6"/>
                    <a:pt x="17" y="7"/>
                    <a:pt x="19" y="9"/>
                  </a:cubicBezTo>
                  <a:cubicBezTo>
                    <a:pt x="19" y="9"/>
                    <a:pt x="20" y="9"/>
                    <a:pt x="21" y="9"/>
                  </a:cubicBezTo>
                  <a:cubicBezTo>
                    <a:pt x="22" y="9"/>
                    <a:pt x="22" y="9"/>
                    <a:pt x="23" y="8"/>
                  </a:cubicBezTo>
                  <a:cubicBezTo>
                    <a:pt x="24" y="7"/>
                    <a:pt x="24" y="5"/>
                    <a:pt x="23" y="4"/>
                  </a:cubicBezTo>
                  <a:cubicBezTo>
                    <a:pt x="19" y="1"/>
                    <a:pt x="15" y="0"/>
                    <a:pt x="11" y="0"/>
                  </a:cubicBezTo>
                  <a:cubicBezTo>
                    <a:pt x="8" y="0"/>
                    <a:pt x="5" y="0"/>
                    <a:pt x="2" y="2"/>
                  </a:cubicBezTo>
                  <a:cubicBezTo>
                    <a:pt x="1" y="2"/>
                    <a:pt x="0" y="4"/>
                    <a:pt x="1" y="6"/>
                  </a:cubicBezTo>
                  <a:cubicBezTo>
                    <a:pt x="2" y="7"/>
                    <a:pt x="4" y="8"/>
                    <a:pt x="5"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3" name="Google Shape;253;p5"/>
            <p:cNvSpPr/>
            <p:nvPr/>
          </p:nvSpPr>
          <p:spPr>
            <a:xfrm>
              <a:off x="4796308" y="3338323"/>
              <a:ext cx="17595" cy="18695"/>
            </a:xfrm>
            <a:custGeom>
              <a:rect b="b" l="l" r="r" t="t"/>
              <a:pathLst>
                <a:path extrusionOk="0" h="7" w="7">
                  <a:moveTo>
                    <a:pt x="4" y="0"/>
                  </a:moveTo>
                  <a:cubicBezTo>
                    <a:pt x="4" y="0"/>
                    <a:pt x="4" y="0"/>
                    <a:pt x="4" y="0"/>
                  </a:cubicBezTo>
                  <a:cubicBezTo>
                    <a:pt x="3" y="0"/>
                    <a:pt x="2" y="1"/>
                    <a:pt x="1" y="2"/>
                  </a:cubicBezTo>
                  <a:cubicBezTo>
                    <a:pt x="0" y="4"/>
                    <a:pt x="2" y="7"/>
                    <a:pt x="5" y="6"/>
                  </a:cubicBezTo>
                  <a:cubicBezTo>
                    <a:pt x="6" y="6"/>
                    <a:pt x="6" y="5"/>
                    <a:pt x="7" y="4"/>
                  </a:cubicBezTo>
                  <a:cubicBezTo>
                    <a:pt x="7" y="2"/>
                    <a:pt x="6" y="0"/>
                    <a:pt x="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4" name="Google Shape;254;p5"/>
            <p:cNvSpPr/>
            <p:nvPr/>
          </p:nvSpPr>
          <p:spPr>
            <a:xfrm>
              <a:off x="4994249" y="3469183"/>
              <a:ext cx="20894" cy="15395"/>
            </a:xfrm>
            <a:custGeom>
              <a:rect b="b" l="l" r="r" t="t"/>
              <a:pathLst>
                <a:path extrusionOk="0" h="6" w="8">
                  <a:moveTo>
                    <a:pt x="4" y="6"/>
                  </a:moveTo>
                  <a:cubicBezTo>
                    <a:pt x="6" y="6"/>
                    <a:pt x="8" y="3"/>
                    <a:pt x="6" y="1"/>
                  </a:cubicBezTo>
                  <a:cubicBezTo>
                    <a:pt x="6" y="0"/>
                    <a:pt x="5" y="0"/>
                    <a:pt x="4" y="0"/>
                  </a:cubicBezTo>
                  <a:cubicBezTo>
                    <a:pt x="4" y="0"/>
                    <a:pt x="4" y="0"/>
                    <a:pt x="4" y="0"/>
                  </a:cubicBezTo>
                  <a:cubicBezTo>
                    <a:pt x="3" y="0"/>
                    <a:pt x="2" y="0"/>
                    <a:pt x="1" y="1"/>
                  </a:cubicBezTo>
                  <a:cubicBezTo>
                    <a:pt x="0" y="3"/>
                    <a:pt x="2" y="6"/>
                    <a:pt x="4"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55" name="Google Shape;255;p5"/>
          <p:cNvGrpSpPr/>
          <p:nvPr/>
        </p:nvGrpSpPr>
        <p:grpSpPr>
          <a:xfrm>
            <a:off x="4128091" y="3351793"/>
            <a:ext cx="349696" cy="389284"/>
            <a:chOff x="713225" y="1974728"/>
            <a:chExt cx="349696" cy="389284"/>
          </a:xfrm>
        </p:grpSpPr>
        <p:sp>
          <p:nvSpPr>
            <p:cNvPr id="256" name="Google Shape;256;p5"/>
            <p:cNvSpPr/>
            <p:nvPr/>
          </p:nvSpPr>
          <p:spPr>
            <a:xfrm>
              <a:off x="713225" y="1974728"/>
              <a:ext cx="349696" cy="389284"/>
            </a:xfrm>
            <a:custGeom>
              <a:rect b="b" l="l" r="r" t="t"/>
              <a:pathLst>
                <a:path extrusionOk="0" h="149" w="134">
                  <a:moveTo>
                    <a:pt x="134" y="88"/>
                  </a:moveTo>
                  <a:cubicBezTo>
                    <a:pt x="134" y="80"/>
                    <a:pt x="130" y="72"/>
                    <a:pt x="123" y="67"/>
                  </a:cubicBezTo>
                  <a:cubicBezTo>
                    <a:pt x="126" y="63"/>
                    <a:pt x="128" y="58"/>
                    <a:pt x="128" y="53"/>
                  </a:cubicBezTo>
                  <a:cubicBezTo>
                    <a:pt x="128" y="45"/>
                    <a:pt x="124" y="38"/>
                    <a:pt x="117" y="34"/>
                  </a:cubicBezTo>
                  <a:cubicBezTo>
                    <a:pt x="118" y="33"/>
                    <a:pt x="118" y="32"/>
                    <a:pt x="118" y="30"/>
                  </a:cubicBezTo>
                  <a:cubicBezTo>
                    <a:pt x="118" y="20"/>
                    <a:pt x="110" y="12"/>
                    <a:pt x="100" y="12"/>
                  </a:cubicBezTo>
                  <a:cubicBezTo>
                    <a:pt x="99" y="12"/>
                    <a:pt x="97" y="13"/>
                    <a:pt x="96" y="13"/>
                  </a:cubicBezTo>
                  <a:cubicBezTo>
                    <a:pt x="95" y="5"/>
                    <a:pt x="88" y="0"/>
                    <a:pt x="80" y="0"/>
                  </a:cubicBezTo>
                  <a:cubicBezTo>
                    <a:pt x="75" y="0"/>
                    <a:pt x="70" y="2"/>
                    <a:pt x="67" y="6"/>
                  </a:cubicBezTo>
                  <a:cubicBezTo>
                    <a:pt x="65" y="2"/>
                    <a:pt x="60" y="0"/>
                    <a:pt x="54" y="0"/>
                  </a:cubicBezTo>
                  <a:cubicBezTo>
                    <a:pt x="47" y="0"/>
                    <a:pt x="40" y="5"/>
                    <a:pt x="39" y="13"/>
                  </a:cubicBezTo>
                  <a:cubicBezTo>
                    <a:pt x="38" y="13"/>
                    <a:pt x="38" y="13"/>
                    <a:pt x="37" y="13"/>
                  </a:cubicBezTo>
                  <a:cubicBezTo>
                    <a:pt x="35" y="12"/>
                    <a:pt x="34" y="14"/>
                    <a:pt x="34" y="16"/>
                  </a:cubicBezTo>
                  <a:cubicBezTo>
                    <a:pt x="34" y="17"/>
                    <a:pt x="35" y="18"/>
                    <a:pt x="36" y="18"/>
                  </a:cubicBezTo>
                  <a:cubicBezTo>
                    <a:pt x="38" y="18"/>
                    <a:pt x="39" y="19"/>
                    <a:pt x="40" y="19"/>
                  </a:cubicBezTo>
                  <a:cubicBezTo>
                    <a:pt x="40" y="19"/>
                    <a:pt x="40" y="19"/>
                    <a:pt x="40" y="19"/>
                  </a:cubicBezTo>
                  <a:cubicBezTo>
                    <a:pt x="42" y="20"/>
                    <a:pt x="44" y="22"/>
                    <a:pt x="46" y="24"/>
                  </a:cubicBezTo>
                  <a:cubicBezTo>
                    <a:pt x="46" y="25"/>
                    <a:pt x="47" y="26"/>
                    <a:pt x="48" y="26"/>
                  </a:cubicBezTo>
                  <a:cubicBezTo>
                    <a:pt x="49" y="26"/>
                    <a:pt x="50" y="25"/>
                    <a:pt x="50" y="25"/>
                  </a:cubicBezTo>
                  <a:cubicBezTo>
                    <a:pt x="51" y="24"/>
                    <a:pt x="51" y="22"/>
                    <a:pt x="51" y="21"/>
                  </a:cubicBezTo>
                  <a:cubicBezTo>
                    <a:pt x="49" y="19"/>
                    <a:pt x="47" y="17"/>
                    <a:pt x="44" y="15"/>
                  </a:cubicBezTo>
                  <a:cubicBezTo>
                    <a:pt x="45" y="9"/>
                    <a:pt x="51" y="4"/>
                    <a:pt x="57" y="6"/>
                  </a:cubicBezTo>
                  <a:cubicBezTo>
                    <a:pt x="62" y="7"/>
                    <a:pt x="64" y="11"/>
                    <a:pt x="64" y="16"/>
                  </a:cubicBezTo>
                  <a:cubicBezTo>
                    <a:pt x="64" y="47"/>
                    <a:pt x="64" y="47"/>
                    <a:pt x="64" y="47"/>
                  </a:cubicBezTo>
                  <a:cubicBezTo>
                    <a:pt x="56" y="47"/>
                    <a:pt x="56" y="47"/>
                    <a:pt x="56" y="47"/>
                  </a:cubicBezTo>
                  <a:cubicBezTo>
                    <a:pt x="55" y="47"/>
                    <a:pt x="54" y="48"/>
                    <a:pt x="54" y="50"/>
                  </a:cubicBezTo>
                  <a:cubicBezTo>
                    <a:pt x="54" y="54"/>
                    <a:pt x="50" y="58"/>
                    <a:pt x="46" y="58"/>
                  </a:cubicBezTo>
                  <a:cubicBezTo>
                    <a:pt x="44" y="58"/>
                    <a:pt x="43" y="59"/>
                    <a:pt x="43" y="61"/>
                  </a:cubicBezTo>
                  <a:cubicBezTo>
                    <a:pt x="43" y="70"/>
                    <a:pt x="44" y="78"/>
                    <a:pt x="47" y="85"/>
                  </a:cubicBezTo>
                  <a:cubicBezTo>
                    <a:pt x="51" y="93"/>
                    <a:pt x="57" y="98"/>
                    <a:pt x="64" y="101"/>
                  </a:cubicBezTo>
                  <a:cubicBezTo>
                    <a:pt x="64" y="129"/>
                    <a:pt x="64" y="129"/>
                    <a:pt x="64" y="129"/>
                  </a:cubicBezTo>
                  <a:cubicBezTo>
                    <a:pt x="64" y="135"/>
                    <a:pt x="61" y="140"/>
                    <a:pt x="56" y="142"/>
                  </a:cubicBezTo>
                  <a:cubicBezTo>
                    <a:pt x="48" y="145"/>
                    <a:pt x="41" y="141"/>
                    <a:pt x="38" y="135"/>
                  </a:cubicBezTo>
                  <a:cubicBezTo>
                    <a:pt x="39" y="135"/>
                    <a:pt x="41" y="135"/>
                    <a:pt x="43" y="135"/>
                  </a:cubicBezTo>
                  <a:cubicBezTo>
                    <a:pt x="44" y="134"/>
                    <a:pt x="45" y="133"/>
                    <a:pt x="45" y="132"/>
                  </a:cubicBezTo>
                  <a:cubicBezTo>
                    <a:pt x="45" y="130"/>
                    <a:pt x="43" y="128"/>
                    <a:pt x="41" y="129"/>
                  </a:cubicBezTo>
                  <a:cubicBezTo>
                    <a:pt x="39" y="130"/>
                    <a:pt x="36" y="130"/>
                    <a:pt x="34" y="129"/>
                  </a:cubicBezTo>
                  <a:cubicBezTo>
                    <a:pt x="34" y="129"/>
                    <a:pt x="34" y="129"/>
                    <a:pt x="34" y="129"/>
                  </a:cubicBezTo>
                  <a:cubicBezTo>
                    <a:pt x="26" y="128"/>
                    <a:pt x="20" y="121"/>
                    <a:pt x="20" y="113"/>
                  </a:cubicBezTo>
                  <a:cubicBezTo>
                    <a:pt x="22" y="114"/>
                    <a:pt x="24" y="114"/>
                    <a:pt x="26" y="114"/>
                  </a:cubicBezTo>
                  <a:cubicBezTo>
                    <a:pt x="28" y="114"/>
                    <a:pt x="31" y="113"/>
                    <a:pt x="33" y="113"/>
                  </a:cubicBezTo>
                  <a:cubicBezTo>
                    <a:pt x="34" y="112"/>
                    <a:pt x="35" y="111"/>
                    <a:pt x="35" y="109"/>
                  </a:cubicBezTo>
                  <a:cubicBezTo>
                    <a:pt x="34" y="108"/>
                    <a:pt x="33" y="107"/>
                    <a:pt x="31" y="107"/>
                  </a:cubicBezTo>
                  <a:cubicBezTo>
                    <a:pt x="30" y="108"/>
                    <a:pt x="28" y="108"/>
                    <a:pt x="26" y="108"/>
                  </a:cubicBezTo>
                  <a:cubicBezTo>
                    <a:pt x="24" y="108"/>
                    <a:pt x="21" y="107"/>
                    <a:pt x="19" y="106"/>
                  </a:cubicBezTo>
                  <a:cubicBezTo>
                    <a:pt x="19" y="106"/>
                    <a:pt x="19" y="106"/>
                    <a:pt x="19" y="106"/>
                  </a:cubicBezTo>
                  <a:cubicBezTo>
                    <a:pt x="11" y="103"/>
                    <a:pt x="6" y="96"/>
                    <a:pt x="6" y="88"/>
                  </a:cubicBezTo>
                  <a:cubicBezTo>
                    <a:pt x="6" y="81"/>
                    <a:pt x="11" y="74"/>
                    <a:pt x="17" y="70"/>
                  </a:cubicBezTo>
                  <a:cubicBezTo>
                    <a:pt x="17" y="70"/>
                    <a:pt x="17" y="70"/>
                    <a:pt x="17" y="70"/>
                  </a:cubicBezTo>
                  <a:cubicBezTo>
                    <a:pt x="18" y="69"/>
                    <a:pt x="19" y="69"/>
                    <a:pt x="20" y="69"/>
                  </a:cubicBezTo>
                  <a:cubicBezTo>
                    <a:pt x="22" y="69"/>
                    <a:pt x="24" y="67"/>
                    <a:pt x="23" y="65"/>
                  </a:cubicBezTo>
                  <a:cubicBezTo>
                    <a:pt x="23" y="64"/>
                    <a:pt x="21" y="63"/>
                    <a:pt x="19" y="63"/>
                  </a:cubicBezTo>
                  <a:cubicBezTo>
                    <a:pt x="19" y="64"/>
                    <a:pt x="18" y="64"/>
                    <a:pt x="17" y="64"/>
                  </a:cubicBezTo>
                  <a:cubicBezTo>
                    <a:pt x="14" y="61"/>
                    <a:pt x="12" y="57"/>
                    <a:pt x="12" y="53"/>
                  </a:cubicBezTo>
                  <a:cubicBezTo>
                    <a:pt x="12" y="48"/>
                    <a:pt x="15" y="42"/>
                    <a:pt x="20" y="39"/>
                  </a:cubicBezTo>
                  <a:cubicBezTo>
                    <a:pt x="21" y="42"/>
                    <a:pt x="23" y="44"/>
                    <a:pt x="26" y="46"/>
                  </a:cubicBezTo>
                  <a:cubicBezTo>
                    <a:pt x="27" y="46"/>
                    <a:pt x="27" y="46"/>
                    <a:pt x="28" y="46"/>
                  </a:cubicBezTo>
                  <a:cubicBezTo>
                    <a:pt x="29" y="46"/>
                    <a:pt x="30" y="45"/>
                    <a:pt x="30" y="44"/>
                  </a:cubicBezTo>
                  <a:cubicBezTo>
                    <a:pt x="31" y="43"/>
                    <a:pt x="30" y="41"/>
                    <a:pt x="29" y="41"/>
                  </a:cubicBezTo>
                  <a:cubicBezTo>
                    <a:pt x="26" y="39"/>
                    <a:pt x="25" y="37"/>
                    <a:pt x="24" y="34"/>
                  </a:cubicBezTo>
                  <a:cubicBezTo>
                    <a:pt x="24" y="34"/>
                    <a:pt x="24" y="34"/>
                    <a:pt x="24" y="34"/>
                  </a:cubicBezTo>
                  <a:cubicBezTo>
                    <a:pt x="23" y="34"/>
                    <a:pt x="23" y="33"/>
                    <a:pt x="23" y="32"/>
                  </a:cubicBezTo>
                  <a:cubicBezTo>
                    <a:pt x="23" y="31"/>
                    <a:pt x="22" y="30"/>
                    <a:pt x="21" y="29"/>
                  </a:cubicBezTo>
                  <a:cubicBezTo>
                    <a:pt x="19" y="29"/>
                    <a:pt x="17" y="31"/>
                    <a:pt x="17" y="32"/>
                  </a:cubicBezTo>
                  <a:cubicBezTo>
                    <a:pt x="17" y="33"/>
                    <a:pt x="17" y="33"/>
                    <a:pt x="17" y="34"/>
                  </a:cubicBezTo>
                  <a:cubicBezTo>
                    <a:pt x="11" y="38"/>
                    <a:pt x="7" y="45"/>
                    <a:pt x="7" y="53"/>
                  </a:cubicBezTo>
                  <a:cubicBezTo>
                    <a:pt x="7" y="58"/>
                    <a:pt x="8" y="63"/>
                    <a:pt x="11" y="67"/>
                  </a:cubicBezTo>
                  <a:cubicBezTo>
                    <a:pt x="5" y="72"/>
                    <a:pt x="0" y="80"/>
                    <a:pt x="0" y="88"/>
                  </a:cubicBezTo>
                  <a:cubicBezTo>
                    <a:pt x="0" y="98"/>
                    <a:pt x="6" y="107"/>
                    <a:pt x="14" y="111"/>
                  </a:cubicBezTo>
                  <a:cubicBezTo>
                    <a:pt x="14" y="112"/>
                    <a:pt x="14" y="112"/>
                    <a:pt x="14" y="113"/>
                  </a:cubicBezTo>
                  <a:cubicBezTo>
                    <a:pt x="14" y="118"/>
                    <a:pt x="16" y="123"/>
                    <a:pt x="20" y="127"/>
                  </a:cubicBezTo>
                  <a:cubicBezTo>
                    <a:pt x="23" y="131"/>
                    <a:pt x="27" y="133"/>
                    <a:pt x="31" y="135"/>
                  </a:cubicBezTo>
                  <a:cubicBezTo>
                    <a:pt x="34" y="143"/>
                    <a:pt x="42" y="149"/>
                    <a:pt x="50" y="149"/>
                  </a:cubicBezTo>
                  <a:cubicBezTo>
                    <a:pt x="58" y="149"/>
                    <a:pt x="64" y="145"/>
                    <a:pt x="67" y="139"/>
                  </a:cubicBezTo>
                  <a:cubicBezTo>
                    <a:pt x="71" y="145"/>
                    <a:pt x="77" y="149"/>
                    <a:pt x="84" y="149"/>
                  </a:cubicBezTo>
                  <a:cubicBezTo>
                    <a:pt x="93" y="149"/>
                    <a:pt x="101" y="143"/>
                    <a:pt x="104" y="135"/>
                  </a:cubicBezTo>
                  <a:cubicBezTo>
                    <a:pt x="108" y="133"/>
                    <a:pt x="112" y="131"/>
                    <a:pt x="115" y="127"/>
                  </a:cubicBezTo>
                  <a:cubicBezTo>
                    <a:pt x="119" y="123"/>
                    <a:pt x="121" y="118"/>
                    <a:pt x="121" y="113"/>
                  </a:cubicBezTo>
                  <a:cubicBezTo>
                    <a:pt x="121" y="112"/>
                    <a:pt x="120" y="112"/>
                    <a:pt x="120" y="111"/>
                  </a:cubicBezTo>
                  <a:cubicBezTo>
                    <a:pt x="129" y="107"/>
                    <a:pt x="134" y="98"/>
                    <a:pt x="134" y="88"/>
                  </a:cubicBezTo>
                  <a:close/>
                  <a:moveTo>
                    <a:pt x="49" y="63"/>
                  </a:moveTo>
                  <a:cubicBezTo>
                    <a:pt x="54" y="62"/>
                    <a:pt x="58" y="58"/>
                    <a:pt x="59" y="53"/>
                  </a:cubicBezTo>
                  <a:cubicBezTo>
                    <a:pt x="76" y="53"/>
                    <a:pt x="76" y="53"/>
                    <a:pt x="76" y="53"/>
                  </a:cubicBezTo>
                  <a:cubicBezTo>
                    <a:pt x="77" y="58"/>
                    <a:pt x="81" y="62"/>
                    <a:pt x="86" y="63"/>
                  </a:cubicBezTo>
                  <a:cubicBezTo>
                    <a:pt x="86" y="76"/>
                    <a:pt x="82" y="91"/>
                    <a:pt x="67" y="96"/>
                  </a:cubicBezTo>
                  <a:cubicBezTo>
                    <a:pt x="53" y="91"/>
                    <a:pt x="49" y="76"/>
                    <a:pt x="49" y="63"/>
                  </a:cubicBezTo>
                  <a:close/>
                  <a:moveTo>
                    <a:pt x="116" y="106"/>
                  </a:moveTo>
                  <a:cubicBezTo>
                    <a:pt x="116" y="106"/>
                    <a:pt x="116" y="106"/>
                    <a:pt x="116" y="106"/>
                  </a:cubicBezTo>
                  <a:cubicBezTo>
                    <a:pt x="114" y="107"/>
                    <a:pt x="111" y="108"/>
                    <a:pt x="109" y="108"/>
                  </a:cubicBezTo>
                  <a:cubicBezTo>
                    <a:pt x="107" y="108"/>
                    <a:pt x="105" y="108"/>
                    <a:pt x="104" y="107"/>
                  </a:cubicBezTo>
                  <a:cubicBezTo>
                    <a:pt x="101" y="107"/>
                    <a:pt x="99" y="109"/>
                    <a:pt x="101" y="112"/>
                  </a:cubicBezTo>
                  <a:cubicBezTo>
                    <a:pt x="101" y="112"/>
                    <a:pt x="101" y="112"/>
                    <a:pt x="101" y="113"/>
                  </a:cubicBezTo>
                  <a:cubicBezTo>
                    <a:pt x="104" y="113"/>
                    <a:pt x="106" y="114"/>
                    <a:pt x="109" y="114"/>
                  </a:cubicBezTo>
                  <a:cubicBezTo>
                    <a:pt x="111" y="114"/>
                    <a:pt x="113" y="114"/>
                    <a:pt x="115" y="113"/>
                  </a:cubicBezTo>
                  <a:cubicBezTo>
                    <a:pt x="115" y="121"/>
                    <a:pt x="109" y="128"/>
                    <a:pt x="101" y="129"/>
                  </a:cubicBezTo>
                  <a:cubicBezTo>
                    <a:pt x="101" y="129"/>
                    <a:pt x="101" y="129"/>
                    <a:pt x="101" y="129"/>
                  </a:cubicBezTo>
                  <a:cubicBezTo>
                    <a:pt x="98" y="130"/>
                    <a:pt x="95" y="129"/>
                    <a:pt x="93" y="129"/>
                  </a:cubicBezTo>
                  <a:cubicBezTo>
                    <a:pt x="93" y="129"/>
                    <a:pt x="92" y="129"/>
                    <a:pt x="92" y="129"/>
                  </a:cubicBezTo>
                  <a:cubicBezTo>
                    <a:pt x="89" y="130"/>
                    <a:pt x="90" y="134"/>
                    <a:pt x="92" y="135"/>
                  </a:cubicBezTo>
                  <a:cubicBezTo>
                    <a:pt x="94" y="135"/>
                    <a:pt x="95" y="135"/>
                    <a:pt x="97" y="135"/>
                  </a:cubicBezTo>
                  <a:cubicBezTo>
                    <a:pt x="93" y="144"/>
                    <a:pt x="80" y="147"/>
                    <a:pt x="71" y="136"/>
                  </a:cubicBezTo>
                  <a:cubicBezTo>
                    <a:pt x="71" y="135"/>
                    <a:pt x="70" y="134"/>
                    <a:pt x="70" y="134"/>
                  </a:cubicBezTo>
                  <a:cubicBezTo>
                    <a:pt x="70" y="101"/>
                    <a:pt x="70" y="101"/>
                    <a:pt x="70" y="101"/>
                  </a:cubicBezTo>
                  <a:cubicBezTo>
                    <a:pt x="78" y="98"/>
                    <a:pt x="84" y="93"/>
                    <a:pt x="87" y="85"/>
                  </a:cubicBezTo>
                  <a:cubicBezTo>
                    <a:pt x="91" y="78"/>
                    <a:pt x="92" y="69"/>
                    <a:pt x="92" y="58"/>
                  </a:cubicBezTo>
                  <a:cubicBezTo>
                    <a:pt x="92" y="58"/>
                    <a:pt x="92" y="57"/>
                    <a:pt x="91" y="57"/>
                  </a:cubicBezTo>
                  <a:cubicBezTo>
                    <a:pt x="85" y="59"/>
                    <a:pt x="80" y="54"/>
                    <a:pt x="81" y="48"/>
                  </a:cubicBezTo>
                  <a:cubicBezTo>
                    <a:pt x="82" y="47"/>
                    <a:pt x="81" y="47"/>
                    <a:pt x="81" y="47"/>
                  </a:cubicBezTo>
                  <a:cubicBezTo>
                    <a:pt x="70" y="47"/>
                    <a:pt x="70" y="47"/>
                    <a:pt x="70" y="47"/>
                  </a:cubicBezTo>
                  <a:cubicBezTo>
                    <a:pt x="70" y="12"/>
                    <a:pt x="70" y="12"/>
                    <a:pt x="70" y="12"/>
                  </a:cubicBezTo>
                  <a:cubicBezTo>
                    <a:pt x="70" y="11"/>
                    <a:pt x="71" y="11"/>
                    <a:pt x="71" y="10"/>
                  </a:cubicBezTo>
                  <a:cubicBezTo>
                    <a:pt x="80" y="1"/>
                    <a:pt x="90" y="7"/>
                    <a:pt x="91" y="15"/>
                  </a:cubicBezTo>
                  <a:cubicBezTo>
                    <a:pt x="88" y="17"/>
                    <a:pt x="85" y="19"/>
                    <a:pt x="84" y="22"/>
                  </a:cubicBezTo>
                  <a:cubicBezTo>
                    <a:pt x="84" y="23"/>
                    <a:pt x="84" y="23"/>
                    <a:pt x="84" y="23"/>
                  </a:cubicBezTo>
                  <a:cubicBezTo>
                    <a:pt x="84" y="25"/>
                    <a:pt x="85" y="26"/>
                    <a:pt x="87" y="26"/>
                  </a:cubicBezTo>
                  <a:cubicBezTo>
                    <a:pt x="88" y="26"/>
                    <a:pt x="89" y="25"/>
                    <a:pt x="89" y="24"/>
                  </a:cubicBezTo>
                  <a:cubicBezTo>
                    <a:pt x="91" y="22"/>
                    <a:pt x="92" y="20"/>
                    <a:pt x="95" y="19"/>
                  </a:cubicBezTo>
                  <a:cubicBezTo>
                    <a:pt x="95" y="19"/>
                    <a:pt x="95" y="19"/>
                    <a:pt x="95" y="19"/>
                  </a:cubicBezTo>
                  <a:cubicBezTo>
                    <a:pt x="99" y="18"/>
                    <a:pt x="103" y="18"/>
                    <a:pt x="108" y="21"/>
                  </a:cubicBezTo>
                  <a:cubicBezTo>
                    <a:pt x="108" y="21"/>
                    <a:pt x="108" y="21"/>
                    <a:pt x="108" y="21"/>
                  </a:cubicBezTo>
                  <a:cubicBezTo>
                    <a:pt x="112" y="25"/>
                    <a:pt x="113" y="30"/>
                    <a:pt x="111" y="34"/>
                  </a:cubicBezTo>
                  <a:cubicBezTo>
                    <a:pt x="111" y="34"/>
                    <a:pt x="111" y="34"/>
                    <a:pt x="111" y="34"/>
                  </a:cubicBezTo>
                  <a:cubicBezTo>
                    <a:pt x="110" y="37"/>
                    <a:pt x="108" y="40"/>
                    <a:pt x="105" y="41"/>
                  </a:cubicBezTo>
                  <a:cubicBezTo>
                    <a:pt x="105" y="41"/>
                    <a:pt x="105" y="42"/>
                    <a:pt x="105" y="42"/>
                  </a:cubicBezTo>
                  <a:cubicBezTo>
                    <a:pt x="104" y="45"/>
                    <a:pt x="105" y="46"/>
                    <a:pt x="107" y="46"/>
                  </a:cubicBezTo>
                  <a:cubicBezTo>
                    <a:pt x="108" y="46"/>
                    <a:pt x="108" y="46"/>
                    <a:pt x="109" y="46"/>
                  </a:cubicBezTo>
                  <a:cubicBezTo>
                    <a:pt x="111" y="44"/>
                    <a:pt x="114" y="42"/>
                    <a:pt x="115" y="39"/>
                  </a:cubicBezTo>
                  <a:cubicBezTo>
                    <a:pt x="120" y="42"/>
                    <a:pt x="122" y="48"/>
                    <a:pt x="122" y="53"/>
                  </a:cubicBezTo>
                  <a:cubicBezTo>
                    <a:pt x="122" y="57"/>
                    <a:pt x="121" y="61"/>
                    <a:pt x="118" y="64"/>
                  </a:cubicBezTo>
                  <a:cubicBezTo>
                    <a:pt x="117" y="64"/>
                    <a:pt x="116" y="63"/>
                    <a:pt x="114" y="63"/>
                  </a:cubicBezTo>
                  <a:cubicBezTo>
                    <a:pt x="114" y="63"/>
                    <a:pt x="114" y="63"/>
                    <a:pt x="114" y="63"/>
                  </a:cubicBezTo>
                  <a:cubicBezTo>
                    <a:pt x="110" y="66"/>
                    <a:pt x="113" y="71"/>
                    <a:pt x="117" y="69"/>
                  </a:cubicBezTo>
                  <a:cubicBezTo>
                    <a:pt x="117" y="68"/>
                    <a:pt x="117" y="69"/>
                    <a:pt x="117" y="69"/>
                  </a:cubicBezTo>
                  <a:cubicBezTo>
                    <a:pt x="117" y="70"/>
                    <a:pt x="117" y="70"/>
                    <a:pt x="117" y="70"/>
                  </a:cubicBezTo>
                  <a:cubicBezTo>
                    <a:pt x="124" y="74"/>
                    <a:pt x="129" y="81"/>
                    <a:pt x="129" y="88"/>
                  </a:cubicBezTo>
                  <a:cubicBezTo>
                    <a:pt x="129" y="96"/>
                    <a:pt x="124" y="103"/>
                    <a:pt x="116" y="10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7" name="Google Shape;257;p5"/>
            <p:cNvSpPr/>
            <p:nvPr/>
          </p:nvSpPr>
          <p:spPr>
            <a:xfrm>
              <a:off x="775907" y="2120984"/>
              <a:ext cx="38489" cy="62682"/>
            </a:xfrm>
            <a:custGeom>
              <a:rect b="b" l="l" r="r" t="t"/>
              <a:pathLst>
                <a:path extrusionOk="0" h="24" w="15">
                  <a:moveTo>
                    <a:pt x="9" y="9"/>
                  </a:moveTo>
                  <a:cubicBezTo>
                    <a:pt x="9" y="13"/>
                    <a:pt x="6" y="17"/>
                    <a:pt x="2" y="18"/>
                  </a:cubicBezTo>
                  <a:cubicBezTo>
                    <a:pt x="1" y="18"/>
                    <a:pt x="0" y="20"/>
                    <a:pt x="0" y="22"/>
                  </a:cubicBezTo>
                  <a:cubicBezTo>
                    <a:pt x="1" y="23"/>
                    <a:pt x="2" y="24"/>
                    <a:pt x="3" y="24"/>
                  </a:cubicBezTo>
                  <a:cubicBezTo>
                    <a:pt x="3" y="24"/>
                    <a:pt x="4" y="24"/>
                    <a:pt x="4" y="24"/>
                  </a:cubicBezTo>
                  <a:cubicBezTo>
                    <a:pt x="10" y="22"/>
                    <a:pt x="15" y="16"/>
                    <a:pt x="15" y="9"/>
                  </a:cubicBezTo>
                  <a:cubicBezTo>
                    <a:pt x="15" y="7"/>
                    <a:pt x="14" y="4"/>
                    <a:pt x="13" y="2"/>
                  </a:cubicBezTo>
                  <a:cubicBezTo>
                    <a:pt x="12" y="0"/>
                    <a:pt x="10" y="0"/>
                    <a:pt x="9" y="1"/>
                  </a:cubicBezTo>
                  <a:cubicBezTo>
                    <a:pt x="7" y="2"/>
                    <a:pt x="7" y="3"/>
                    <a:pt x="8" y="5"/>
                  </a:cubicBezTo>
                  <a:cubicBezTo>
                    <a:pt x="9" y="6"/>
                    <a:pt x="9" y="8"/>
                    <a:pt x="9"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8" name="Google Shape;258;p5"/>
            <p:cNvSpPr/>
            <p:nvPr/>
          </p:nvSpPr>
          <p:spPr>
            <a:xfrm>
              <a:off x="801199" y="2219955"/>
              <a:ext cx="47286" cy="54984"/>
            </a:xfrm>
            <a:custGeom>
              <a:rect b="b" l="l" r="r" t="t"/>
              <a:pathLst>
                <a:path extrusionOk="0" h="21" w="18">
                  <a:moveTo>
                    <a:pt x="14" y="21"/>
                  </a:moveTo>
                  <a:cubicBezTo>
                    <a:pt x="14" y="21"/>
                    <a:pt x="14" y="21"/>
                    <a:pt x="15" y="21"/>
                  </a:cubicBezTo>
                  <a:cubicBezTo>
                    <a:pt x="16" y="21"/>
                    <a:pt x="17" y="20"/>
                    <a:pt x="18" y="19"/>
                  </a:cubicBezTo>
                  <a:cubicBezTo>
                    <a:pt x="18" y="18"/>
                    <a:pt x="18" y="16"/>
                    <a:pt x="18" y="15"/>
                  </a:cubicBezTo>
                  <a:cubicBezTo>
                    <a:pt x="18" y="7"/>
                    <a:pt x="11" y="0"/>
                    <a:pt x="3" y="0"/>
                  </a:cubicBezTo>
                  <a:cubicBezTo>
                    <a:pt x="2" y="0"/>
                    <a:pt x="0" y="1"/>
                    <a:pt x="0" y="3"/>
                  </a:cubicBezTo>
                  <a:cubicBezTo>
                    <a:pt x="0" y="5"/>
                    <a:pt x="2" y="6"/>
                    <a:pt x="3" y="6"/>
                  </a:cubicBezTo>
                  <a:cubicBezTo>
                    <a:pt x="8" y="6"/>
                    <a:pt x="12" y="10"/>
                    <a:pt x="12" y="15"/>
                  </a:cubicBezTo>
                  <a:cubicBezTo>
                    <a:pt x="12" y="16"/>
                    <a:pt x="12" y="17"/>
                    <a:pt x="12" y="17"/>
                  </a:cubicBezTo>
                  <a:cubicBezTo>
                    <a:pt x="11" y="19"/>
                    <a:pt x="12" y="20"/>
                    <a:pt x="14" y="2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9" name="Google Shape;259;p5"/>
            <p:cNvSpPr/>
            <p:nvPr/>
          </p:nvSpPr>
          <p:spPr>
            <a:xfrm>
              <a:off x="808897" y="2060502"/>
              <a:ext cx="60482" cy="23093"/>
            </a:xfrm>
            <a:custGeom>
              <a:rect b="b" l="l" r="r" t="t"/>
              <a:pathLst>
                <a:path extrusionOk="0" h="9" w="23">
                  <a:moveTo>
                    <a:pt x="22" y="5"/>
                  </a:moveTo>
                  <a:cubicBezTo>
                    <a:pt x="23" y="4"/>
                    <a:pt x="23" y="2"/>
                    <a:pt x="22" y="1"/>
                  </a:cubicBezTo>
                  <a:cubicBezTo>
                    <a:pt x="21" y="0"/>
                    <a:pt x="19" y="0"/>
                    <a:pt x="18" y="1"/>
                  </a:cubicBezTo>
                  <a:cubicBezTo>
                    <a:pt x="16" y="3"/>
                    <a:pt x="14" y="4"/>
                    <a:pt x="12" y="4"/>
                  </a:cubicBezTo>
                  <a:cubicBezTo>
                    <a:pt x="9" y="4"/>
                    <a:pt x="7" y="3"/>
                    <a:pt x="5" y="1"/>
                  </a:cubicBezTo>
                  <a:cubicBezTo>
                    <a:pt x="4" y="0"/>
                    <a:pt x="2" y="0"/>
                    <a:pt x="1" y="1"/>
                  </a:cubicBezTo>
                  <a:cubicBezTo>
                    <a:pt x="0" y="2"/>
                    <a:pt x="0" y="4"/>
                    <a:pt x="1" y="5"/>
                  </a:cubicBezTo>
                  <a:cubicBezTo>
                    <a:pt x="4" y="8"/>
                    <a:pt x="8" y="9"/>
                    <a:pt x="12" y="9"/>
                  </a:cubicBezTo>
                  <a:cubicBezTo>
                    <a:pt x="16" y="9"/>
                    <a:pt x="19" y="8"/>
                    <a:pt x="22"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0" name="Google Shape;260;p5"/>
            <p:cNvSpPr/>
            <p:nvPr/>
          </p:nvSpPr>
          <p:spPr>
            <a:xfrm>
              <a:off x="962851" y="2120984"/>
              <a:ext cx="39588" cy="62682"/>
            </a:xfrm>
            <a:custGeom>
              <a:rect b="b" l="l" r="r" t="t"/>
              <a:pathLst>
                <a:path extrusionOk="0" h="24" w="15">
                  <a:moveTo>
                    <a:pt x="13" y="18"/>
                  </a:moveTo>
                  <a:cubicBezTo>
                    <a:pt x="9" y="17"/>
                    <a:pt x="6" y="13"/>
                    <a:pt x="6" y="9"/>
                  </a:cubicBezTo>
                  <a:cubicBezTo>
                    <a:pt x="6" y="8"/>
                    <a:pt x="6" y="6"/>
                    <a:pt x="7" y="5"/>
                  </a:cubicBezTo>
                  <a:cubicBezTo>
                    <a:pt x="8" y="3"/>
                    <a:pt x="7" y="2"/>
                    <a:pt x="6" y="1"/>
                  </a:cubicBezTo>
                  <a:cubicBezTo>
                    <a:pt x="5" y="0"/>
                    <a:pt x="3" y="0"/>
                    <a:pt x="2" y="2"/>
                  </a:cubicBezTo>
                  <a:cubicBezTo>
                    <a:pt x="1" y="4"/>
                    <a:pt x="0" y="7"/>
                    <a:pt x="0" y="9"/>
                  </a:cubicBezTo>
                  <a:cubicBezTo>
                    <a:pt x="0" y="16"/>
                    <a:pt x="5" y="22"/>
                    <a:pt x="11" y="24"/>
                  </a:cubicBezTo>
                  <a:cubicBezTo>
                    <a:pt x="11" y="24"/>
                    <a:pt x="12" y="24"/>
                    <a:pt x="12" y="24"/>
                  </a:cubicBezTo>
                  <a:cubicBezTo>
                    <a:pt x="13" y="24"/>
                    <a:pt x="14" y="23"/>
                    <a:pt x="15" y="22"/>
                  </a:cubicBezTo>
                  <a:cubicBezTo>
                    <a:pt x="15" y="20"/>
                    <a:pt x="14" y="18"/>
                    <a:pt x="13" y="1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1" name="Google Shape;261;p5"/>
            <p:cNvSpPr/>
            <p:nvPr/>
          </p:nvSpPr>
          <p:spPr>
            <a:xfrm>
              <a:off x="929861" y="2219955"/>
              <a:ext cx="46186" cy="54984"/>
            </a:xfrm>
            <a:custGeom>
              <a:rect b="b" l="l" r="r" t="t"/>
              <a:pathLst>
                <a:path extrusionOk="0" h="21" w="18">
                  <a:moveTo>
                    <a:pt x="15" y="0"/>
                  </a:moveTo>
                  <a:cubicBezTo>
                    <a:pt x="6" y="0"/>
                    <a:pt x="0" y="7"/>
                    <a:pt x="0" y="15"/>
                  </a:cubicBezTo>
                  <a:cubicBezTo>
                    <a:pt x="0" y="16"/>
                    <a:pt x="0" y="18"/>
                    <a:pt x="0" y="19"/>
                  </a:cubicBezTo>
                  <a:cubicBezTo>
                    <a:pt x="1" y="20"/>
                    <a:pt x="2" y="21"/>
                    <a:pt x="3" y="21"/>
                  </a:cubicBezTo>
                  <a:cubicBezTo>
                    <a:pt x="3" y="21"/>
                    <a:pt x="4" y="21"/>
                    <a:pt x="4" y="21"/>
                  </a:cubicBezTo>
                  <a:cubicBezTo>
                    <a:pt x="5" y="20"/>
                    <a:pt x="6" y="19"/>
                    <a:pt x="6" y="17"/>
                  </a:cubicBezTo>
                  <a:cubicBezTo>
                    <a:pt x="6" y="17"/>
                    <a:pt x="6" y="16"/>
                    <a:pt x="6" y="15"/>
                  </a:cubicBezTo>
                  <a:cubicBezTo>
                    <a:pt x="6" y="10"/>
                    <a:pt x="10" y="6"/>
                    <a:pt x="15" y="6"/>
                  </a:cubicBezTo>
                  <a:cubicBezTo>
                    <a:pt x="16" y="6"/>
                    <a:pt x="18" y="5"/>
                    <a:pt x="18" y="3"/>
                  </a:cubicBezTo>
                  <a:cubicBezTo>
                    <a:pt x="18" y="1"/>
                    <a:pt x="16" y="0"/>
                    <a:pt x="1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2" name="Google Shape;262;p5"/>
            <p:cNvSpPr/>
            <p:nvPr/>
          </p:nvSpPr>
          <p:spPr>
            <a:xfrm>
              <a:off x="908967" y="2060502"/>
              <a:ext cx="59382" cy="23093"/>
            </a:xfrm>
            <a:custGeom>
              <a:rect b="b" l="l" r="r" t="t"/>
              <a:pathLst>
                <a:path extrusionOk="0" h="9" w="23">
                  <a:moveTo>
                    <a:pt x="22" y="1"/>
                  </a:moveTo>
                  <a:cubicBezTo>
                    <a:pt x="21" y="0"/>
                    <a:pt x="19" y="0"/>
                    <a:pt x="18" y="1"/>
                  </a:cubicBezTo>
                  <a:cubicBezTo>
                    <a:pt x="16" y="3"/>
                    <a:pt x="14" y="4"/>
                    <a:pt x="11" y="4"/>
                  </a:cubicBezTo>
                  <a:cubicBezTo>
                    <a:pt x="9" y="4"/>
                    <a:pt x="7" y="3"/>
                    <a:pt x="5" y="1"/>
                  </a:cubicBezTo>
                  <a:cubicBezTo>
                    <a:pt x="4" y="0"/>
                    <a:pt x="2" y="0"/>
                    <a:pt x="1" y="1"/>
                  </a:cubicBezTo>
                  <a:cubicBezTo>
                    <a:pt x="0" y="2"/>
                    <a:pt x="0" y="4"/>
                    <a:pt x="1" y="5"/>
                  </a:cubicBezTo>
                  <a:cubicBezTo>
                    <a:pt x="4" y="8"/>
                    <a:pt x="7" y="9"/>
                    <a:pt x="11" y="9"/>
                  </a:cubicBezTo>
                  <a:cubicBezTo>
                    <a:pt x="15" y="9"/>
                    <a:pt x="19" y="8"/>
                    <a:pt x="22" y="5"/>
                  </a:cubicBezTo>
                  <a:cubicBezTo>
                    <a:pt x="23" y="4"/>
                    <a:pt x="23" y="2"/>
                    <a:pt x="22"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3" name="Google Shape;263;p5"/>
            <p:cNvSpPr/>
            <p:nvPr/>
          </p:nvSpPr>
          <p:spPr>
            <a:xfrm>
              <a:off x="767109" y="2018715"/>
              <a:ext cx="18695" cy="15395"/>
            </a:xfrm>
            <a:custGeom>
              <a:rect b="b" l="l" r="r" t="t"/>
              <a:pathLst>
                <a:path extrusionOk="0" h="6" w="7">
                  <a:moveTo>
                    <a:pt x="3" y="6"/>
                  </a:moveTo>
                  <a:cubicBezTo>
                    <a:pt x="6" y="6"/>
                    <a:pt x="7" y="3"/>
                    <a:pt x="6" y="1"/>
                  </a:cubicBezTo>
                  <a:cubicBezTo>
                    <a:pt x="5" y="0"/>
                    <a:pt x="5" y="0"/>
                    <a:pt x="4" y="0"/>
                  </a:cubicBezTo>
                  <a:cubicBezTo>
                    <a:pt x="3" y="0"/>
                    <a:pt x="3" y="0"/>
                    <a:pt x="3" y="0"/>
                  </a:cubicBezTo>
                  <a:cubicBezTo>
                    <a:pt x="2" y="0"/>
                    <a:pt x="1" y="0"/>
                    <a:pt x="1" y="1"/>
                  </a:cubicBezTo>
                  <a:cubicBezTo>
                    <a:pt x="0" y="3"/>
                    <a:pt x="1" y="6"/>
                    <a:pt x="3"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4" name="Google Shape;264;p5"/>
            <p:cNvSpPr/>
            <p:nvPr/>
          </p:nvSpPr>
          <p:spPr>
            <a:xfrm>
              <a:off x="861681" y="2147376"/>
              <a:ext cx="54984" cy="41788"/>
            </a:xfrm>
            <a:custGeom>
              <a:rect b="b" l="l" r="r" t="t"/>
              <a:pathLst>
                <a:path extrusionOk="0" h="16" w="21">
                  <a:moveTo>
                    <a:pt x="19" y="1"/>
                  </a:moveTo>
                  <a:cubicBezTo>
                    <a:pt x="18" y="0"/>
                    <a:pt x="16" y="0"/>
                    <a:pt x="15" y="1"/>
                  </a:cubicBezTo>
                  <a:cubicBezTo>
                    <a:pt x="8" y="9"/>
                    <a:pt x="8" y="9"/>
                    <a:pt x="8" y="9"/>
                  </a:cubicBezTo>
                  <a:cubicBezTo>
                    <a:pt x="5" y="6"/>
                    <a:pt x="5" y="6"/>
                    <a:pt x="5" y="6"/>
                  </a:cubicBezTo>
                  <a:cubicBezTo>
                    <a:pt x="4" y="5"/>
                    <a:pt x="2" y="5"/>
                    <a:pt x="1" y="6"/>
                  </a:cubicBezTo>
                  <a:cubicBezTo>
                    <a:pt x="0" y="7"/>
                    <a:pt x="0" y="9"/>
                    <a:pt x="1" y="10"/>
                  </a:cubicBezTo>
                  <a:cubicBezTo>
                    <a:pt x="6" y="15"/>
                    <a:pt x="6" y="15"/>
                    <a:pt x="6" y="15"/>
                  </a:cubicBezTo>
                  <a:cubicBezTo>
                    <a:pt x="7" y="15"/>
                    <a:pt x="7" y="16"/>
                    <a:pt x="8" y="16"/>
                  </a:cubicBezTo>
                  <a:cubicBezTo>
                    <a:pt x="9" y="16"/>
                    <a:pt x="10" y="15"/>
                    <a:pt x="10" y="15"/>
                  </a:cubicBezTo>
                  <a:cubicBezTo>
                    <a:pt x="19" y="5"/>
                    <a:pt x="19" y="5"/>
                    <a:pt x="19" y="5"/>
                  </a:cubicBezTo>
                  <a:cubicBezTo>
                    <a:pt x="21" y="4"/>
                    <a:pt x="21" y="3"/>
                    <a:pt x="19"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cxnSp>
        <p:nvCxnSpPr>
          <p:cNvPr id="265" name="Google Shape;265;p5"/>
          <p:cNvCxnSpPr>
            <a:stCxn id="232" idx="3"/>
            <a:endCxn id="231" idx="1"/>
          </p:cNvCxnSpPr>
          <p:nvPr/>
        </p:nvCxnSpPr>
        <p:spPr>
          <a:xfrm>
            <a:off x="4577289" y="3546435"/>
            <a:ext cx="1107300" cy="0"/>
          </a:xfrm>
          <a:prstGeom prst="straightConnector1">
            <a:avLst/>
          </a:prstGeom>
          <a:noFill/>
          <a:ln cap="flat" cmpd="sng" w="9525">
            <a:solidFill>
              <a:schemeClr val="lt1"/>
            </a:solidFill>
            <a:prstDash val="solid"/>
            <a:round/>
            <a:headEnd len="sm" w="sm" type="none"/>
            <a:tailEnd len="med" w="med" type="diamond"/>
          </a:ln>
        </p:spPr>
      </p:cxnSp>
      <p:cxnSp>
        <p:nvCxnSpPr>
          <p:cNvPr id="266" name="Google Shape;266;p5"/>
          <p:cNvCxnSpPr/>
          <p:nvPr/>
        </p:nvCxnSpPr>
        <p:spPr>
          <a:xfrm>
            <a:off x="6368075" y="3545335"/>
            <a:ext cx="1107300" cy="0"/>
          </a:xfrm>
          <a:prstGeom prst="straightConnector1">
            <a:avLst/>
          </a:prstGeom>
          <a:noFill/>
          <a:ln cap="flat" cmpd="sng" w="9525">
            <a:solidFill>
              <a:schemeClr val="lt1"/>
            </a:solidFill>
            <a:prstDash val="solid"/>
            <a:round/>
            <a:headEnd len="sm" w="sm" type="none"/>
            <a:tailEnd len="med" w="med" type="diamond"/>
          </a:ln>
        </p:spPr>
      </p:cxnSp>
      <p:cxnSp>
        <p:nvCxnSpPr>
          <p:cNvPr id="267" name="Google Shape;267;p5"/>
          <p:cNvCxnSpPr/>
          <p:nvPr/>
        </p:nvCxnSpPr>
        <p:spPr>
          <a:xfrm>
            <a:off x="3441200" y="1252500"/>
            <a:ext cx="0" cy="3217500"/>
          </a:xfrm>
          <a:prstGeom prst="straightConnector1">
            <a:avLst/>
          </a:prstGeom>
          <a:noFill/>
          <a:ln cap="flat" cmpd="sng" w="9525">
            <a:solidFill>
              <a:schemeClr val="lt1"/>
            </a:solidFill>
            <a:prstDash val="solid"/>
            <a:round/>
            <a:headEnd len="sm" w="sm" type="none"/>
            <a:tailEnd len="sm" w="sm" type="none"/>
          </a:ln>
        </p:spPr>
      </p:cxnSp>
      <p:cxnSp>
        <p:nvCxnSpPr>
          <p:cNvPr id="268" name="Google Shape;268;p5"/>
          <p:cNvCxnSpPr/>
          <p:nvPr/>
        </p:nvCxnSpPr>
        <p:spPr>
          <a:xfrm rot="10800000">
            <a:off x="3442350" y="4012500"/>
            <a:ext cx="4819200" cy="0"/>
          </a:xfrm>
          <a:prstGeom prst="straightConnector1">
            <a:avLst/>
          </a:prstGeom>
          <a:noFill/>
          <a:ln cap="flat" cmpd="sng" w="9525">
            <a:solidFill>
              <a:schemeClr val="lt1"/>
            </a:solidFill>
            <a:prstDash val="solid"/>
            <a:round/>
            <a:headEnd len="sm" w="sm" type="none"/>
            <a:tailEnd len="sm" w="sm" type="none"/>
          </a:ln>
        </p:spPr>
      </p:cxnSp>
      <p:sp>
        <p:nvSpPr>
          <p:cNvPr id="269" name="Google Shape;269;p5"/>
          <p:cNvSpPr/>
          <p:nvPr/>
        </p:nvSpPr>
        <p:spPr>
          <a:xfrm>
            <a:off x="2691775" y="1325900"/>
            <a:ext cx="427071" cy="488100"/>
          </a:xfrm>
          <a:custGeom>
            <a:rect b="b" l="l" r="r" t="t"/>
            <a:pathLst>
              <a:path extrusionOk="0" h="121" w="106">
                <a:moveTo>
                  <a:pt x="3" y="121"/>
                </a:moveTo>
                <a:cubicBezTo>
                  <a:pt x="103" y="121"/>
                  <a:pt x="103" y="121"/>
                  <a:pt x="103" y="121"/>
                </a:cubicBezTo>
                <a:cubicBezTo>
                  <a:pt x="105" y="121"/>
                  <a:pt x="106" y="119"/>
                  <a:pt x="106" y="118"/>
                </a:cubicBezTo>
                <a:cubicBezTo>
                  <a:pt x="106" y="81"/>
                  <a:pt x="106" y="81"/>
                  <a:pt x="106" y="81"/>
                </a:cubicBezTo>
                <a:cubicBezTo>
                  <a:pt x="106" y="80"/>
                  <a:pt x="105" y="79"/>
                  <a:pt x="104" y="79"/>
                </a:cubicBezTo>
                <a:cubicBezTo>
                  <a:pt x="102" y="78"/>
                  <a:pt x="101" y="80"/>
                  <a:pt x="101" y="81"/>
                </a:cubicBezTo>
                <a:cubicBezTo>
                  <a:pt x="101" y="115"/>
                  <a:pt x="101" y="115"/>
                  <a:pt x="101" y="115"/>
                </a:cubicBezTo>
                <a:cubicBezTo>
                  <a:pt x="68" y="115"/>
                  <a:pt x="68" y="115"/>
                  <a:pt x="68" y="115"/>
                </a:cubicBezTo>
                <a:cubicBezTo>
                  <a:pt x="68" y="114"/>
                  <a:pt x="68" y="113"/>
                  <a:pt x="68" y="112"/>
                </a:cubicBezTo>
                <a:cubicBezTo>
                  <a:pt x="68" y="98"/>
                  <a:pt x="68" y="98"/>
                  <a:pt x="68" y="98"/>
                </a:cubicBezTo>
                <a:cubicBezTo>
                  <a:pt x="74" y="108"/>
                  <a:pt x="74" y="108"/>
                  <a:pt x="74" y="108"/>
                </a:cubicBezTo>
                <a:cubicBezTo>
                  <a:pt x="75" y="110"/>
                  <a:pt x="77" y="112"/>
                  <a:pt x="80" y="113"/>
                </a:cubicBezTo>
                <a:cubicBezTo>
                  <a:pt x="80" y="113"/>
                  <a:pt x="81" y="113"/>
                  <a:pt x="82" y="113"/>
                </a:cubicBezTo>
                <a:cubicBezTo>
                  <a:pt x="83" y="113"/>
                  <a:pt x="85" y="112"/>
                  <a:pt x="86" y="112"/>
                </a:cubicBezTo>
                <a:cubicBezTo>
                  <a:pt x="91" y="109"/>
                  <a:pt x="92" y="104"/>
                  <a:pt x="90" y="99"/>
                </a:cubicBezTo>
                <a:cubicBezTo>
                  <a:pt x="68" y="62"/>
                  <a:pt x="68" y="62"/>
                  <a:pt x="68" y="62"/>
                </a:cubicBezTo>
                <a:cubicBezTo>
                  <a:pt x="68" y="44"/>
                  <a:pt x="68" y="44"/>
                  <a:pt x="68" y="44"/>
                </a:cubicBezTo>
                <a:cubicBezTo>
                  <a:pt x="92" y="44"/>
                  <a:pt x="92" y="44"/>
                  <a:pt x="92" y="44"/>
                </a:cubicBezTo>
                <a:cubicBezTo>
                  <a:pt x="96" y="44"/>
                  <a:pt x="100" y="40"/>
                  <a:pt x="100" y="36"/>
                </a:cubicBezTo>
                <a:cubicBezTo>
                  <a:pt x="101" y="31"/>
                  <a:pt x="97" y="27"/>
                  <a:pt x="92" y="27"/>
                </a:cubicBezTo>
                <a:cubicBezTo>
                  <a:pt x="86" y="27"/>
                  <a:pt x="86" y="27"/>
                  <a:pt x="86" y="27"/>
                </a:cubicBezTo>
                <a:cubicBezTo>
                  <a:pt x="93" y="23"/>
                  <a:pt x="93" y="23"/>
                  <a:pt x="93" y="23"/>
                </a:cubicBezTo>
                <a:cubicBezTo>
                  <a:pt x="97" y="20"/>
                  <a:pt x="99" y="15"/>
                  <a:pt x="96" y="11"/>
                </a:cubicBezTo>
                <a:cubicBezTo>
                  <a:pt x="95" y="9"/>
                  <a:pt x="93" y="8"/>
                  <a:pt x="91" y="7"/>
                </a:cubicBezTo>
                <a:cubicBezTo>
                  <a:pt x="89" y="7"/>
                  <a:pt x="87" y="7"/>
                  <a:pt x="85" y="8"/>
                </a:cubicBezTo>
                <a:cubicBezTo>
                  <a:pt x="65" y="20"/>
                  <a:pt x="65" y="20"/>
                  <a:pt x="65" y="20"/>
                </a:cubicBezTo>
                <a:cubicBezTo>
                  <a:pt x="65" y="18"/>
                  <a:pt x="65" y="18"/>
                  <a:pt x="65" y="18"/>
                </a:cubicBezTo>
                <a:cubicBezTo>
                  <a:pt x="65" y="12"/>
                  <a:pt x="60" y="7"/>
                  <a:pt x="53" y="7"/>
                </a:cubicBezTo>
                <a:cubicBezTo>
                  <a:pt x="47" y="7"/>
                  <a:pt x="42" y="12"/>
                  <a:pt x="42" y="18"/>
                </a:cubicBezTo>
                <a:cubicBezTo>
                  <a:pt x="42" y="20"/>
                  <a:pt x="42" y="20"/>
                  <a:pt x="42" y="20"/>
                </a:cubicBezTo>
                <a:cubicBezTo>
                  <a:pt x="22" y="8"/>
                  <a:pt x="22" y="8"/>
                  <a:pt x="22" y="8"/>
                </a:cubicBezTo>
                <a:cubicBezTo>
                  <a:pt x="20" y="7"/>
                  <a:pt x="17" y="7"/>
                  <a:pt x="15" y="7"/>
                </a:cubicBezTo>
                <a:cubicBezTo>
                  <a:pt x="13" y="8"/>
                  <a:pt x="11" y="9"/>
                  <a:pt x="10" y="11"/>
                </a:cubicBezTo>
                <a:cubicBezTo>
                  <a:pt x="8" y="15"/>
                  <a:pt x="9" y="20"/>
                  <a:pt x="13" y="23"/>
                </a:cubicBezTo>
                <a:cubicBezTo>
                  <a:pt x="20" y="27"/>
                  <a:pt x="20" y="27"/>
                  <a:pt x="20" y="27"/>
                </a:cubicBezTo>
                <a:cubicBezTo>
                  <a:pt x="14" y="27"/>
                  <a:pt x="14" y="27"/>
                  <a:pt x="14" y="27"/>
                </a:cubicBezTo>
                <a:cubicBezTo>
                  <a:pt x="14" y="27"/>
                  <a:pt x="6" y="31"/>
                  <a:pt x="6" y="35"/>
                </a:cubicBezTo>
                <a:cubicBezTo>
                  <a:pt x="6" y="40"/>
                  <a:pt x="10" y="44"/>
                  <a:pt x="14" y="44"/>
                </a:cubicBezTo>
                <a:cubicBezTo>
                  <a:pt x="38" y="44"/>
                  <a:pt x="38" y="44"/>
                  <a:pt x="38" y="44"/>
                </a:cubicBezTo>
                <a:cubicBezTo>
                  <a:pt x="38" y="62"/>
                  <a:pt x="38" y="62"/>
                  <a:pt x="38" y="62"/>
                </a:cubicBezTo>
                <a:cubicBezTo>
                  <a:pt x="17" y="99"/>
                  <a:pt x="17" y="99"/>
                  <a:pt x="17" y="99"/>
                </a:cubicBezTo>
                <a:cubicBezTo>
                  <a:pt x="14" y="104"/>
                  <a:pt x="16" y="109"/>
                  <a:pt x="20" y="112"/>
                </a:cubicBezTo>
                <a:cubicBezTo>
                  <a:pt x="21" y="113"/>
                  <a:pt x="23" y="113"/>
                  <a:pt x="25" y="113"/>
                </a:cubicBezTo>
                <a:cubicBezTo>
                  <a:pt x="25" y="113"/>
                  <a:pt x="26" y="113"/>
                  <a:pt x="27" y="113"/>
                </a:cubicBezTo>
                <a:cubicBezTo>
                  <a:pt x="29" y="112"/>
                  <a:pt x="31" y="111"/>
                  <a:pt x="32" y="108"/>
                </a:cubicBezTo>
                <a:cubicBezTo>
                  <a:pt x="38" y="98"/>
                  <a:pt x="38" y="98"/>
                  <a:pt x="38" y="98"/>
                </a:cubicBezTo>
                <a:cubicBezTo>
                  <a:pt x="38" y="112"/>
                  <a:pt x="38" y="112"/>
                  <a:pt x="38" y="112"/>
                </a:cubicBezTo>
                <a:cubicBezTo>
                  <a:pt x="38" y="113"/>
                  <a:pt x="39" y="114"/>
                  <a:pt x="39" y="115"/>
                </a:cubicBezTo>
                <a:cubicBezTo>
                  <a:pt x="6" y="115"/>
                  <a:pt x="6" y="115"/>
                  <a:pt x="6" y="115"/>
                </a:cubicBezTo>
                <a:cubicBezTo>
                  <a:pt x="6" y="5"/>
                  <a:pt x="6" y="5"/>
                  <a:pt x="6" y="5"/>
                </a:cubicBezTo>
                <a:cubicBezTo>
                  <a:pt x="101" y="5"/>
                  <a:pt x="101" y="5"/>
                  <a:pt x="101" y="5"/>
                </a:cubicBezTo>
                <a:cubicBezTo>
                  <a:pt x="101" y="59"/>
                  <a:pt x="101" y="59"/>
                  <a:pt x="101" y="59"/>
                </a:cubicBezTo>
                <a:cubicBezTo>
                  <a:pt x="101" y="60"/>
                  <a:pt x="102" y="61"/>
                  <a:pt x="103" y="61"/>
                </a:cubicBezTo>
                <a:cubicBezTo>
                  <a:pt x="105" y="62"/>
                  <a:pt x="106" y="60"/>
                  <a:pt x="106" y="59"/>
                </a:cubicBezTo>
                <a:cubicBezTo>
                  <a:pt x="106" y="2"/>
                  <a:pt x="106" y="2"/>
                  <a:pt x="106" y="2"/>
                </a:cubicBezTo>
                <a:cubicBezTo>
                  <a:pt x="106" y="1"/>
                  <a:pt x="105" y="0"/>
                  <a:pt x="103" y="0"/>
                </a:cubicBezTo>
                <a:cubicBezTo>
                  <a:pt x="3" y="0"/>
                  <a:pt x="3" y="0"/>
                  <a:pt x="3" y="0"/>
                </a:cubicBezTo>
                <a:cubicBezTo>
                  <a:pt x="2" y="0"/>
                  <a:pt x="0" y="1"/>
                  <a:pt x="0" y="2"/>
                </a:cubicBezTo>
                <a:cubicBezTo>
                  <a:pt x="0" y="118"/>
                  <a:pt x="0" y="118"/>
                  <a:pt x="0" y="118"/>
                </a:cubicBezTo>
                <a:cubicBezTo>
                  <a:pt x="0" y="119"/>
                  <a:pt x="2" y="121"/>
                  <a:pt x="3" y="121"/>
                </a:cubicBezTo>
                <a:close/>
                <a:moveTo>
                  <a:pt x="85" y="102"/>
                </a:moveTo>
                <a:cubicBezTo>
                  <a:pt x="86" y="104"/>
                  <a:pt x="85" y="106"/>
                  <a:pt x="84" y="107"/>
                </a:cubicBezTo>
                <a:cubicBezTo>
                  <a:pt x="82" y="108"/>
                  <a:pt x="80" y="107"/>
                  <a:pt x="79" y="106"/>
                </a:cubicBezTo>
                <a:cubicBezTo>
                  <a:pt x="68" y="87"/>
                  <a:pt x="68" y="87"/>
                  <a:pt x="68" y="87"/>
                </a:cubicBezTo>
                <a:cubicBezTo>
                  <a:pt x="68" y="74"/>
                  <a:pt x="68" y="74"/>
                  <a:pt x="68" y="74"/>
                </a:cubicBezTo>
                <a:lnTo>
                  <a:pt x="85" y="102"/>
                </a:lnTo>
                <a:close/>
                <a:moveTo>
                  <a:pt x="88" y="13"/>
                </a:moveTo>
                <a:cubicBezTo>
                  <a:pt x="88" y="13"/>
                  <a:pt x="89" y="12"/>
                  <a:pt x="90" y="13"/>
                </a:cubicBezTo>
                <a:cubicBezTo>
                  <a:pt x="90" y="13"/>
                  <a:pt x="91" y="13"/>
                  <a:pt x="91" y="14"/>
                </a:cubicBezTo>
                <a:cubicBezTo>
                  <a:pt x="92" y="15"/>
                  <a:pt x="92" y="17"/>
                  <a:pt x="90" y="18"/>
                </a:cubicBezTo>
                <a:cubicBezTo>
                  <a:pt x="75" y="27"/>
                  <a:pt x="75" y="27"/>
                  <a:pt x="75" y="27"/>
                </a:cubicBezTo>
                <a:cubicBezTo>
                  <a:pt x="75" y="27"/>
                  <a:pt x="75" y="27"/>
                  <a:pt x="75" y="27"/>
                </a:cubicBezTo>
                <a:cubicBezTo>
                  <a:pt x="64" y="27"/>
                  <a:pt x="64" y="27"/>
                  <a:pt x="64" y="27"/>
                </a:cubicBezTo>
                <a:lnTo>
                  <a:pt x="88" y="13"/>
                </a:lnTo>
                <a:close/>
                <a:moveTo>
                  <a:pt x="47" y="18"/>
                </a:moveTo>
                <a:cubicBezTo>
                  <a:pt x="47" y="15"/>
                  <a:pt x="50" y="12"/>
                  <a:pt x="54" y="12"/>
                </a:cubicBezTo>
                <a:cubicBezTo>
                  <a:pt x="57" y="12"/>
                  <a:pt x="59" y="15"/>
                  <a:pt x="59" y="18"/>
                </a:cubicBezTo>
                <a:cubicBezTo>
                  <a:pt x="59" y="21"/>
                  <a:pt x="59" y="21"/>
                  <a:pt x="59" y="21"/>
                </a:cubicBezTo>
                <a:cubicBezTo>
                  <a:pt x="59" y="24"/>
                  <a:pt x="57" y="26"/>
                  <a:pt x="54" y="27"/>
                </a:cubicBezTo>
                <a:cubicBezTo>
                  <a:pt x="50" y="27"/>
                  <a:pt x="47" y="24"/>
                  <a:pt x="47" y="21"/>
                </a:cubicBezTo>
                <a:lnTo>
                  <a:pt x="47" y="18"/>
                </a:lnTo>
                <a:close/>
                <a:moveTo>
                  <a:pt x="31" y="27"/>
                </a:moveTo>
                <a:cubicBezTo>
                  <a:pt x="16" y="18"/>
                  <a:pt x="16" y="18"/>
                  <a:pt x="16" y="18"/>
                </a:cubicBezTo>
                <a:cubicBezTo>
                  <a:pt x="15" y="17"/>
                  <a:pt x="14" y="15"/>
                  <a:pt x="15" y="14"/>
                </a:cubicBezTo>
                <a:cubicBezTo>
                  <a:pt x="15" y="13"/>
                  <a:pt x="16" y="13"/>
                  <a:pt x="17" y="13"/>
                </a:cubicBezTo>
                <a:cubicBezTo>
                  <a:pt x="17" y="12"/>
                  <a:pt x="18" y="13"/>
                  <a:pt x="19" y="13"/>
                </a:cubicBezTo>
                <a:cubicBezTo>
                  <a:pt x="43" y="27"/>
                  <a:pt x="43" y="27"/>
                  <a:pt x="43" y="27"/>
                </a:cubicBezTo>
                <a:cubicBezTo>
                  <a:pt x="31" y="27"/>
                  <a:pt x="31" y="27"/>
                  <a:pt x="31" y="27"/>
                </a:cubicBezTo>
                <a:cubicBezTo>
                  <a:pt x="31" y="27"/>
                  <a:pt x="31" y="27"/>
                  <a:pt x="31" y="27"/>
                </a:cubicBezTo>
                <a:close/>
                <a:moveTo>
                  <a:pt x="27" y="106"/>
                </a:moveTo>
                <a:cubicBezTo>
                  <a:pt x="27" y="107"/>
                  <a:pt x="24" y="108"/>
                  <a:pt x="23" y="107"/>
                </a:cubicBezTo>
                <a:cubicBezTo>
                  <a:pt x="21" y="106"/>
                  <a:pt x="21" y="104"/>
                  <a:pt x="22" y="102"/>
                </a:cubicBezTo>
                <a:cubicBezTo>
                  <a:pt x="38" y="74"/>
                  <a:pt x="38" y="74"/>
                  <a:pt x="38" y="74"/>
                </a:cubicBezTo>
                <a:cubicBezTo>
                  <a:pt x="38" y="87"/>
                  <a:pt x="38" y="87"/>
                  <a:pt x="38" y="87"/>
                </a:cubicBezTo>
                <a:lnTo>
                  <a:pt x="27" y="106"/>
                </a:lnTo>
                <a:close/>
                <a:moveTo>
                  <a:pt x="44" y="112"/>
                </a:moveTo>
                <a:cubicBezTo>
                  <a:pt x="44" y="39"/>
                  <a:pt x="44" y="39"/>
                  <a:pt x="44" y="39"/>
                </a:cubicBezTo>
                <a:cubicBezTo>
                  <a:pt x="44" y="37"/>
                  <a:pt x="43" y="36"/>
                  <a:pt x="41" y="36"/>
                </a:cubicBezTo>
                <a:cubicBezTo>
                  <a:pt x="40" y="36"/>
                  <a:pt x="39" y="37"/>
                  <a:pt x="38" y="38"/>
                </a:cubicBezTo>
                <a:cubicBezTo>
                  <a:pt x="14" y="38"/>
                  <a:pt x="14" y="38"/>
                  <a:pt x="14" y="38"/>
                </a:cubicBezTo>
                <a:cubicBezTo>
                  <a:pt x="13" y="38"/>
                  <a:pt x="13" y="37"/>
                  <a:pt x="12" y="37"/>
                </a:cubicBezTo>
                <a:cubicBezTo>
                  <a:pt x="11" y="35"/>
                  <a:pt x="12" y="32"/>
                  <a:pt x="14" y="32"/>
                </a:cubicBezTo>
                <a:cubicBezTo>
                  <a:pt x="92" y="32"/>
                  <a:pt x="92" y="32"/>
                  <a:pt x="92" y="32"/>
                </a:cubicBezTo>
                <a:cubicBezTo>
                  <a:pt x="93" y="32"/>
                  <a:pt x="94" y="33"/>
                  <a:pt x="94" y="33"/>
                </a:cubicBezTo>
                <a:cubicBezTo>
                  <a:pt x="96" y="36"/>
                  <a:pt x="94" y="38"/>
                  <a:pt x="92" y="38"/>
                </a:cubicBezTo>
                <a:cubicBezTo>
                  <a:pt x="68" y="38"/>
                  <a:pt x="68" y="38"/>
                  <a:pt x="68" y="38"/>
                </a:cubicBezTo>
                <a:cubicBezTo>
                  <a:pt x="68" y="36"/>
                  <a:pt x="66" y="35"/>
                  <a:pt x="64" y="36"/>
                </a:cubicBezTo>
                <a:cubicBezTo>
                  <a:pt x="63" y="37"/>
                  <a:pt x="63" y="38"/>
                  <a:pt x="63" y="38"/>
                </a:cubicBezTo>
                <a:cubicBezTo>
                  <a:pt x="63" y="112"/>
                  <a:pt x="63" y="112"/>
                  <a:pt x="63" y="112"/>
                </a:cubicBezTo>
                <a:cubicBezTo>
                  <a:pt x="63" y="113"/>
                  <a:pt x="62" y="114"/>
                  <a:pt x="61" y="114"/>
                </a:cubicBezTo>
                <a:cubicBezTo>
                  <a:pt x="59" y="116"/>
                  <a:pt x="56" y="114"/>
                  <a:pt x="56" y="112"/>
                </a:cubicBezTo>
                <a:cubicBezTo>
                  <a:pt x="56" y="69"/>
                  <a:pt x="56" y="69"/>
                  <a:pt x="56" y="69"/>
                </a:cubicBezTo>
                <a:cubicBezTo>
                  <a:pt x="56" y="67"/>
                  <a:pt x="55" y="66"/>
                  <a:pt x="54" y="66"/>
                </a:cubicBezTo>
                <a:cubicBezTo>
                  <a:pt x="52" y="66"/>
                  <a:pt x="50" y="67"/>
                  <a:pt x="50" y="69"/>
                </a:cubicBezTo>
                <a:cubicBezTo>
                  <a:pt x="50" y="111"/>
                  <a:pt x="50" y="111"/>
                  <a:pt x="50" y="111"/>
                </a:cubicBezTo>
                <a:cubicBezTo>
                  <a:pt x="50" y="113"/>
                  <a:pt x="49" y="115"/>
                  <a:pt x="48" y="115"/>
                </a:cubicBezTo>
                <a:cubicBezTo>
                  <a:pt x="46" y="115"/>
                  <a:pt x="44" y="114"/>
                  <a:pt x="44" y="11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0" name="Google Shape;270;p5"/>
          <p:cNvSpPr txBox="1"/>
          <p:nvPr/>
        </p:nvSpPr>
        <p:spPr>
          <a:xfrm>
            <a:off x="3676839" y="1432698"/>
            <a:ext cx="1252200" cy="4095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100"/>
              <a:buFont typeface="Arial"/>
              <a:buNone/>
            </a:pPr>
            <a:r>
              <a:rPr b="0" i="0" lang="es-ES" sz="2000" u="none" cap="none" strike="noStrike">
                <a:solidFill>
                  <a:schemeClr val="lt1"/>
                </a:solidFill>
                <a:latin typeface="DM Sans ExtraBold"/>
                <a:ea typeface="DM Sans ExtraBold"/>
                <a:cs typeface="DM Sans ExtraBold"/>
                <a:sym typeface="DM Sans ExtraBold"/>
              </a:rPr>
              <a:t>1</a:t>
            </a:r>
            <a:endParaRPr b="0" i="0" sz="2000" u="none" cap="none" strike="noStrike">
              <a:solidFill>
                <a:schemeClr val="lt1"/>
              </a:solidFill>
              <a:latin typeface="DM Sans ExtraBold"/>
              <a:ea typeface="DM Sans ExtraBold"/>
              <a:cs typeface="DM Sans ExtraBold"/>
              <a:sym typeface="DM Sans ExtraBold"/>
            </a:endParaRPr>
          </a:p>
        </p:txBody>
      </p:sp>
      <p:sp>
        <p:nvSpPr>
          <p:cNvPr id="271" name="Google Shape;271;p5"/>
          <p:cNvSpPr txBox="1"/>
          <p:nvPr/>
        </p:nvSpPr>
        <p:spPr>
          <a:xfrm>
            <a:off x="5332934" y="1516375"/>
            <a:ext cx="1252200" cy="4095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100"/>
              <a:buFont typeface="Arial"/>
              <a:buNone/>
            </a:pPr>
            <a:r>
              <a:rPr b="0" i="0" lang="es-ES" sz="2000" u="none" cap="none" strike="noStrike">
                <a:solidFill>
                  <a:schemeClr val="lt1"/>
                </a:solidFill>
                <a:latin typeface="DM Sans ExtraBold"/>
                <a:ea typeface="DM Sans ExtraBold"/>
                <a:cs typeface="DM Sans ExtraBold"/>
                <a:sym typeface="DM Sans ExtraBold"/>
              </a:rPr>
              <a:t>2</a:t>
            </a:r>
            <a:endParaRPr b="0" i="0" sz="2000" u="none" cap="none" strike="noStrike">
              <a:solidFill>
                <a:schemeClr val="lt1"/>
              </a:solidFill>
              <a:latin typeface="DM Sans ExtraBold"/>
              <a:ea typeface="DM Sans ExtraBold"/>
              <a:cs typeface="DM Sans ExtraBold"/>
              <a:sym typeface="DM Sans ExtraBold"/>
            </a:endParaRPr>
          </a:p>
        </p:txBody>
      </p:sp>
      <p:sp>
        <p:nvSpPr>
          <p:cNvPr id="272" name="Google Shape;272;p5"/>
          <p:cNvSpPr txBox="1"/>
          <p:nvPr/>
        </p:nvSpPr>
        <p:spPr>
          <a:xfrm>
            <a:off x="7105631" y="1516375"/>
            <a:ext cx="1252200" cy="4095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100"/>
              <a:buFont typeface="Arial"/>
              <a:buNone/>
            </a:pPr>
            <a:r>
              <a:rPr b="0" i="0" lang="es-ES" sz="2000" u="none" cap="none" strike="noStrike">
                <a:solidFill>
                  <a:schemeClr val="lt1"/>
                </a:solidFill>
                <a:latin typeface="DM Sans ExtraBold"/>
                <a:ea typeface="DM Sans ExtraBold"/>
                <a:cs typeface="DM Sans ExtraBold"/>
                <a:sym typeface="DM Sans ExtraBold"/>
              </a:rPr>
              <a:t>3</a:t>
            </a:r>
            <a:endParaRPr b="0" i="0" sz="2000" u="none" cap="none" strike="noStrike">
              <a:solidFill>
                <a:schemeClr val="lt1"/>
              </a:solidFill>
              <a:latin typeface="DM Sans ExtraBold"/>
              <a:ea typeface="DM Sans ExtraBold"/>
              <a:cs typeface="DM Sans ExtraBold"/>
              <a:sym typeface="DM Sans Extra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6"/>
          <p:cNvSpPr txBox="1"/>
          <p:nvPr>
            <p:ph type="title"/>
          </p:nvPr>
        </p:nvSpPr>
        <p:spPr>
          <a:xfrm>
            <a:off x="505255" y="423544"/>
            <a:ext cx="8638745"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s-ES"/>
              <a:t>¿Qué información consultamos?</a:t>
            </a:r>
            <a:br>
              <a:rPr lang="es-ES"/>
            </a:br>
            <a:endParaRPr/>
          </a:p>
        </p:txBody>
      </p:sp>
      <p:sp>
        <p:nvSpPr>
          <p:cNvPr id="278" name="Google Shape;278;p6"/>
          <p:cNvSpPr txBox="1"/>
          <p:nvPr>
            <p:ph idx="5" type="title"/>
          </p:nvPr>
        </p:nvSpPr>
        <p:spPr>
          <a:xfrm>
            <a:off x="1207394" y="1191725"/>
            <a:ext cx="901200" cy="6168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SzPts val="3000"/>
              <a:buNone/>
            </a:pPr>
            <a:r>
              <a:rPr lang="es-ES"/>
              <a:t>01</a:t>
            </a:r>
            <a:endParaRPr/>
          </a:p>
        </p:txBody>
      </p:sp>
      <p:sp>
        <p:nvSpPr>
          <p:cNvPr id="279" name="Google Shape;279;p6"/>
          <p:cNvSpPr txBox="1"/>
          <p:nvPr>
            <p:ph idx="7" type="title"/>
          </p:nvPr>
        </p:nvSpPr>
        <p:spPr>
          <a:xfrm>
            <a:off x="2334999" y="2800445"/>
            <a:ext cx="901200" cy="6168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SzPts val="3000"/>
              <a:buNone/>
            </a:pPr>
            <a:r>
              <a:rPr lang="es-ES"/>
              <a:t>04</a:t>
            </a:r>
            <a:endParaRPr/>
          </a:p>
        </p:txBody>
      </p:sp>
      <p:sp>
        <p:nvSpPr>
          <p:cNvPr id="280" name="Google Shape;280;p6"/>
          <p:cNvSpPr txBox="1"/>
          <p:nvPr>
            <p:ph idx="8" type="title"/>
          </p:nvPr>
        </p:nvSpPr>
        <p:spPr>
          <a:xfrm>
            <a:off x="4142174" y="1196284"/>
            <a:ext cx="901200" cy="6168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SzPts val="3000"/>
              <a:buNone/>
            </a:pPr>
            <a:r>
              <a:rPr lang="es-ES"/>
              <a:t>02</a:t>
            </a:r>
            <a:endParaRPr/>
          </a:p>
        </p:txBody>
      </p:sp>
      <p:sp>
        <p:nvSpPr>
          <p:cNvPr id="281" name="Google Shape;281;p6"/>
          <p:cNvSpPr txBox="1"/>
          <p:nvPr>
            <p:ph idx="15" type="title"/>
          </p:nvPr>
        </p:nvSpPr>
        <p:spPr>
          <a:xfrm>
            <a:off x="6961545" y="1230395"/>
            <a:ext cx="901200" cy="6168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SzPts val="3000"/>
              <a:buNone/>
            </a:pPr>
            <a:r>
              <a:rPr lang="es-ES"/>
              <a:t>03</a:t>
            </a:r>
            <a:endParaRPr/>
          </a:p>
        </p:txBody>
      </p:sp>
      <p:sp>
        <p:nvSpPr>
          <p:cNvPr id="282" name="Google Shape;282;p6"/>
          <p:cNvSpPr txBox="1"/>
          <p:nvPr>
            <p:ph idx="16" type="subTitle"/>
          </p:nvPr>
        </p:nvSpPr>
        <p:spPr>
          <a:xfrm>
            <a:off x="505244" y="1808525"/>
            <a:ext cx="2305500" cy="7965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Clr>
                <a:srgbClr val="000000"/>
              </a:buClr>
              <a:buSzPts val="2400"/>
              <a:buFont typeface="Arial"/>
              <a:buNone/>
            </a:pPr>
            <a:r>
              <a:rPr lang="es-ES"/>
              <a:t>¿Cuánto gastan de promedio?</a:t>
            </a:r>
            <a:endParaRPr/>
          </a:p>
        </p:txBody>
      </p:sp>
      <p:sp>
        <p:nvSpPr>
          <p:cNvPr id="283" name="Google Shape;283;p6"/>
          <p:cNvSpPr txBox="1"/>
          <p:nvPr/>
        </p:nvSpPr>
        <p:spPr>
          <a:xfrm>
            <a:off x="2909968" y="1789186"/>
            <a:ext cx="3250200" cy="7965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Clr>
                <a:schemeClr val="dk1"/>
              </a:buClr>
              <a:buSzPts val="2400"/>
              <a:buFont typeface="DM Sans"/>
              <a:buNone/>
            </a:pPr>
            <a:r>
              <a:rPr b="0" i="0" lang="es-ES" sz="2000" u="none" cap="none" strike="noStrike">
                <a:solidFill>
                  <a:schemeClr val="dk1"/>
                </a:solidFill>
                <a:latin typeface="DM Sans ExtraBold"/>
                <a:ea typeface="DM Sans ExtraBold"/>
                <a:cs typeface="DM Sans ExtraBold"/>
                <a:sym typeface="DM Sans ExtraBold"/>
              </a:rPr>
              <a:t>¿</a:t>
            </a:r>
            <a:r>
              <a:rPr lang="es-ES" sz="2000">
                <a:solidFill>
                  <a:schemeClr val="dk1"/>
                </a:solidFill>
                <a:latin typeface="DM Sans ExtraBold"/>
                <a:ea typeface="DM Sans ExtraBold"/>
                <a:cs typeface="DM Sans ExtraBold"/>
                <a:sym typeface="DM Sans ExtraBold"/>
              </a:rPr>
              <a:t>Quién es el cliente que más ha gastado</a:t>
            </a:r>
            <a:r>
              <a:rPr b="0" i="0" lang="es-ES" sz="2000" u="none" cap="none" strike="noStrike">
                <a:solidFill>
                  <a:schemeClr val="dk1"/>
                </a:solidFill>
                <a:latin typeface="DM Sans ExtraBold"/>
                <a:ea typeface="DM Sans ExtraBold"/>
                <a:cs typeface="DM Sans ExtraBold"/>
                <a:sym typeface="DM Sans ExtraBold"/>
              </a:rPr>
              <a:t>?</a:t>
            </a:r>
            <a:endParaRPr/>
          </a:p>
        </p:txBody>
      </p:sp>
      <p:sp>
        <p:nvSpPr>
          <p:cNvPr id="284" name="Google Shape;284;p6"/>
          <p:cNvSpPr txBox="1"/>
          <p:nvPr/>
        </p:nvSpPr>
        <p:spPr>
          <a:xfrm>
            <a:off x="1207406" y="3378623"/>
            <a:ext cx="3203400" cy="7965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Clr>
                <a:schemeClr val="dk1"/>
              </a:buClr>
              <a:buSzPts val="2400"/>
              <a:buFont typeface="DM Sans"/>
              <a:buNone/>
            </a:pPr>
            <a:r>
              <a:rPr b="0" i="0" lang="es-ES" sz="2000" u="none" cap="none" strike="noStrike">
                <a:solidFill>
                  <a:schemeClr val="dk1"/>
                </a:solidFill>
                <a:latin typeface="DM Sans ExtraBold"/>
                <a:ea typeface="DM Sans ExtraBold"/>
                <a:cs typeface="DM Sans ExtraBold"/>
                <a:sym typeface="DM Sans ExtraBold"/>
              </a:rPr>
              <a:t>¿</a:t>
            </a:r>
            <a:r>
              <a:rPr lang="es-ES" sz="2000">
                <a:solidFill>
                  <a:schemeClr val="dk1"/>
                </a:solidFill>
                <a:latin typeface="DM Sans ExtraBold"/>
                <a:ea typeface="DM Sans ExtraBold"/>
                <a:cs typeface="DM Sans ExtraBold"/>
                <a:sym typeface="DM Sans ExtraBold"/>
              </a:rPr>
              <a:t>Cuánto ha comprado cada cliente</a:t>
            </a:r>
            <a:r>
              <a:rPr b="0" i="0" lang="es-ES" sz="2000" u="none" cap="none" strike="noStrike">
                <a:solidFill>
                  <a:schemeClr val="dk1"/>
                </a:solidFill>
                <a:latin typeface="DM Sans ExtraBold"/>
                <a:ea typeface="DM Sans ExtraBold"/>
                <a:cs typeface="DM Sans ExtraBold"/>
                <a:sym typeface="DM Sans ExtraBold"/>
              </a:rPr>
              <a:t>?</a:t>
            </a:r>
            <a:endParaRPr/>
          </a:p>
        </p:txBody>
      </p:sp>
      <p:sp>
        <p:nvSpPr>
          <p:cNvPr id="285" name="Google Shape;285;p6"/>
          <p:cNvSpPr txBox="1"/>
          <p:nvPr/>
        </p:nvSpPr>
        <p:spPr>
          <a:xfrm>
            <a:off x="6103000" y="1808575"/>
            <a:ext cx="2745600" cy="7965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Clr>
                <a:schemeClr val="dk1"/>
              </a:buClr>
              <a:buSzPts val="2400"/>
              <a:buFont typeface="DM Sans"/>
              <a:buNone/>
            </a:pPr>
            <a:r>
              <a:rPr b="0" i="0" lang="es-ES" sz="2000" u="none" cap="none" strike="noStrike">
                <a:solidFill>
                  <a:schemeClr val="dk1"/>
                </a:solidFill>
                <a:latin typeface="DM Sans ExtraBold"/>
                <a:ea typeface="DM Sans ExtraBold"/>
                <a:cs typeface="DM Sans ExtraBold"/>
                <a:sym typeface="DM Sans ExtraBold"/>
              </a:rPr>
              <a:t>¿</a:t>
            </a:r>
            <a:r>
              <a:rPr lang="es-ES" sz="2000">
                <a:solidFill>
                  <a:schemeClr val="dk1"/>
                </a:solidFill>
                <a:latin typeface="DM Sans ExtraBold"/>
                <a:ea typeface="DM Sans ExtraBold"/>
                <a:cs typeface="DM Sans ExtraBold"/>
                <a:sym typeface="DM Sans ExtraBold"/>
              </a:rPr>
              <a:t>Cuál es el producto más vendido</a:t>
            </a:r>
            <a:r>
              <a:rPr b="0" i="0" lang="es-ES" sz="2000" u="none" cap="none" strike="noStrike">
                <a:solidFill>
                  <a:schemeClr val="dk1"/>
                </a:solidFill>
                <a:latin typeface="DM Sans ExtraBold"/>
                <a:ea typeface="DM Sans ExtraBold"/>
                <a:cs typeface="DM Sans ExtraBold"/>
                <a:sym typeface="DM Sans ExtraBold"/>
              </a:rPr>
              <a:t>?</a:t>
            </a:r>
            <a:endParaRPr/>
          </a:p>
        </p:txBody>
      </p:sp>
      <p:sp>
        <p:nvSpPr>
          <p:cNvPr id="286" name="Google Shape;286;p6"/>
          <p:cNvSpPr txBox="1"/>
          <p:nvPr>
            <p:ph idx="7" type="title"/>
          </p:nvPr>
        </p:nvSpPr>
        <p:spPr>
          <a:xfrm>
            <a:off x="5786949" y="2800445"/>
            <a:ext cx="901200" cy="6168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SzPts val="3000"/>
              <a:buNone/>
            </a:pPr>
            <a:r>
              <a:rPr lang="es-ES"/>
              <a:t>05</a:t>
            </a:r>
            <a:endParaRPr/>
          </a:p>
        </p:txBody>
      </p:sp>
      <p:sp>
        <p:nvSpPr>
          <p:cNvPr id="287" name="Google Shape;287;p6"/>
          <p:cNvSpPr txBox="1"/>
          <p:nvPr/>
        </p:nvSpPr>
        <p:spPr>
          <a:xfrm>
            <a:off x="4659356" y="3378623"/>
            <a:ext cx="3203400" cy="7965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Clr>
                <a:schemeClr val="dk1"/>
              </a:buClr>
              <a:buSzPts val="2400"/>
              <a:buFont typeface="DM Sans"/>
              <a:buNone/>
            </a:pPr>
            <a:r>
              <a:rPr b="0" i="0" lang="es-ES" sz="2000" u="none" cap="none" strike="noStrike">
                <a:solidFill>
                  <a:schemeClr val="dk1"/>
                </a:solidFill>
                <a:latin typeface="DM Sans ExtraBold"/>
                <a:ea typeface="DM Sans ExtraBold"/>
                <a:cs typeface="DM Sans ExtraBold"/>
                <a:sym typeface="DM Sans ExtraBold"/>
              </a:rPr>
              <a:t>¿</a:t>
            </a:r>
            <a:r>
              <a:rPr lang="es-ES" sz="2000">
                <a:solidFill>
                  <a:schemeClr val="dk1"/>
                </a:solidFill>
                <a:latin typeface="DM Sans ExtraBold"/>
                <a:ea typeface="DM Sans ExtraBold"/>
                <a:cs typeface="DM Sans ExtraBold"/>
                <a:sym typeface="DM Sans ExtraBold"/>
              </a:rPr>
              <a:t>Quiénes tienen pedidos cancelados</a:t>
            </a:r>
            <a:r>
              <a:rPr b="0" i="0" lang="es-ES" sz="2000" u="none" cap="none" strike="noStrike">
                <a:solidFill>
                  <a:schemeClr val="dk1"/>
                </a:solidFill>
                <a:latin typeface="DM Sans ExtraBold"/>
                <a:ea typeface="DM Sans ExtraBold"/>
                <a:cs typeface="DM Sans ExtraBold"/>
                <a:sym typeface="DM Sans ExtraBold"/>
              </a:rPr>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s-ES"/>
              <a:t>Diseño de la base de datos</a:t>
            </a:r>
            <a:endParaRPr/>
          </a:p>
        </p:txBody>
      </p:sp>
      <p:sp>
        <p:nvSpPr>
          <p:cNvPr id="293" name="Google Shape;293;p7"/>
          <p:cNvSpPr txBox="1"/>
          <p:nvPr>
            <p:ph idx="1" type="subTitle"/>
          </p:nvPr>
        </p:nvSpPr>
        <p:spPr>
          <a:xfrm>
            <a:off x="720025" y="1645616"/>
            <a:ext cx="7704000" cy="706017"/>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s-ES"/>
              <a:t>Entidades: clientes, productos, pedidos y detalle de pedidos.</a:t>
            </a:r>
            <a:endParaRPr/>
          </a:p>
          <a:p>
            <a:pPr indent="0" lvl="0" marL="0" rtl="0" algn="l">
              <a:lnSpc>
                <a:spcPct val="115000"/>
              </a:lnSpc>
              <a:spcBef>
                <a:spcPts val="0"/>
              </a:spcBef>
              <a:spcAft>
                <a:spcPts val="0"/>
              </a:spcAft>
              <a:buSzPts val="1400"/>
              <a:buNone/>
            </a:pPr>
            <a:r>
              <a:rPr lang="es-ES"/>
              <a:t>Modelo relacional con 4 tablas</a:t>
            </a:r>
            <a:endParaRPr/>
          </a:p>
        </p:txBody>
      </p:sp>
      <p:sp>
        <p:nvSpPr>
          <p:cNvPr id="294" name="Google Shape;294;p7"/>
          <p:cNvSpPr txBox="1"/>
          <p:nvPr>
            <p:ph idx="2" type="subTitle"/>
          </p:nvPr>
        </p:nvSpPr>
        <p:spPr>
          <a:xfrm>
            <a:off x="720025" y="2767308"/>
            <a:ext cx="7704000" cy="2185691"/>
          </a:xfrm>
          <a:prstGeom prst="rect">
            <a:avLst/>
          </a:prstGeom>
          <a:noFill/>
          <a:ln>
            <a:noFill/>
          </a:ln>
        </p:spPr>
        <p:txBody>
          <a:bodyPr anchorCtr="0" anchor="t" bIns="91425" lIns="91425" spcFirstLastPara="1" rIns="91425" wrap="square" tIns="91425">
            <a:noAutofit/>
          </a:bodyPr>
          <a:lstStyle/>
          <a:p>
            <a:pPr indent="-285750" lvl="0" marL="285750" rtl="0" algn="l">
              <a:lnSpc>
                <a:spcPct val="115000"/>
              </a:lnSpc>
              <a:spcBef>
                <a:spcPts val="0"/>
              </a:spcBef>
              <a:spcAft>
                <a:spcPts val="0"/>
              </a:spcAft>
              <a:buSzPts val="1400"/>
              <a:buFont typeface="Arial"/>
              <a:buChar char="•"/>
            </a:pPr>
            <a:r>
              <a:rPr lang="es-ES"/>
              <a:t>Clientes: Datos del cliente</a:t>
            </a:r>
            <a:endParaRPr/>
          </a:p>
          <a:p>
            <a:pPr indent="-285750" lvl="0" marL="285750" rtl="0" algn="l">
              <a:lnSpc>
                <a:spcPct val="115000"/>
              </a:lnSpc>
              <a:spcBef>
                <a:spcPts val="0"/>
              </a:spcBef>
              <a:spcAft>
                <a:spcPts val="0"/>
              </a:spcAft>
              <a:buSzPts val="1400"/>
              <a:buFont typeface="Arial"/>
              <a:buChar char="•"/>
            </a:pPr>
            <a:r>
              <a:rPr lang="es-ES"/>
              <a:t>Productos: Catálogo y precios.</a:t>
            </a:r>
            <a:endParaRPr/>
          </a:p>
          <a:p>
            <a:pPr indent="-285750" lvl="0" marL="285750" rtl="0" algn="l">
              <a:lnSpc>
                <a:spcPct val="115000"/>
              </a:lnSpc>
              <a:spcBef>
                <a:spcPts val="0"/>
              </a:spcBef>
              <a:spcAft>
                <a:spcPts val="0"/>
              </a:spcAft>
              <a:buSzPts val="1400"/>
              <a:buFont typeface="Arial"/>
              <a:buChar char="•"/>
            </a:pPr>
            <a:r>
              <a:rPr lang="es-ES"/>
              <a:t>Pedidos: Compra realizada por el cliente.</a:t>
            </a:r>
            <a:endParaRPr/>
          </a:p>
          <a:p>
            <a:pPr indent="-285750" lvl="0" marL="285750" rtl="0" algn="l">
              <a:lnSpc>
                <a:spcPct val="115000"/>
              </a:lnSpc>
              <a:spcBef>
                <a:spcPts val="0"/>
              </a:spcBef>
              <a:spcAft>
                <a:spcPts val="0"/>
              </a:spcAft>
              <a:buSzPts val="1400"/>
              <a:buFont typeface="Arial"/>
              <a:buChar char="•"/>
            </a:pPr>
            <a:r>
              <a:rPr lang="es-ES"/>
              <a:t>Detalle de pedido: Qué productos y cantidades contiene cada pedido.</a:t>
            </a:r>
            <a:endParaRPr/>
          </a:p>
        </p:txBody>
      </p:sp>
      <p:sp>
        <p:nvSpPr>
          <p:cNvPr id="295" name="Google Shape;295;p7"/>
          <p:cNvSpPr txBox="1"/>
          <p:nvPr>
            <p:ph idx="4" type="subTitle"/>
          </p:nvPr>
        </p:nvSpPr>
        <p:spPr>
          <a:xfrm>
            <a:off x="720025" y="1232826"/>
            <a:ext cx="7704000" cy="530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lang="es-ES"/>
              <a:t>Base de datos Supermercado </a:t>
            </a:r>
            <a:endParaRPr/>
          </a:p>
        </p:txBody>
      </p:sp>
      <p:sp>
        <p:nvSpPr>
          <p:cNvPr id="296" name="Google Shape;296;p7"/>
          <p:cNvSpPr txBox="1"/>
          <p:nvPr>
            <p:ph idx="5" type="subTitle"/>
          </p:nvPr>
        </p:nvSpPr>
        <p:spPr>
          <a:xfrm>
            <a:off x="720025" y="2353075"/>
            <a:ext cx="7704000" cy="5277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lang="es-ES"/>
              <a:t>Modelo de información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8"/>
          <p:cNvSpPr txBox="1"/>
          <p:nvPr>
            <p:ph type="title"/>
          </p:nvPr>
        </p:nvSpPr>
        <p:spPr>
          <a:xfrm>
            <a:off x="659651" y="896900"/>
            <a:ext cx="4373100" cy="10665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s-ES" sz="2900"/>
              <a:t>Consulta para analizar: Ranking de clientes</a:t>
            </a:r>
            <a:endParaRPr sz="2900"/>
          </a:p>
        </p:txBody>
      </p:sp>
      <p:sp>
        <p:nvSpPr>
          <p:cNvPr id="302" name="Google Shape;302;p8"/>
          <p:cNvSpPr txBox="1"/>
          <p:nvPr>
            <p:ph idx="1" type="subTitle"/>
          </p:nvPr>
        </p:nvSpPr>
        <p:spPr>
          <a:xfrm>
            <a:off x="929388" y="2185927"/>
            <a:ext cx="3519600" cy="1116300"/>
          </a:xfrm>
          <a:prstGeom prst="rect">
            <a:avLst/>
          </a:prstGeom>
          <a:noFill/>
          <a:ln>
            <a:noFill/>
          </a:ln>
        </p:spPr>
        <p:txBody>
          <a:bodyPr anchorCtr="0" anchor="t" bIns="91425" lIns="91425" spcFirstLastPara="1" rIns="91425" wrap="square" tIns="91425">
            <a:noAutofit/>
          </a:bodyPr>
          <a:lstStyle/>
          <a:p>
            <a:pPr indent="-285750" lvl="0" marL="285750" rtl="0" algn="l">
              <a:lnSpc>
                <a:spcPct val="115000"/>
              </a:lnSpc>
              <a:spcBef>
                <a:spcPts val="0"/>
              </a:spcBef>
              <a:spcAft>
                <a:spcPts val="0"/>
              </a:spcAft>
              <a:buSzPts val="1400"/>
              <a:buFont typeface="Arial"/>
              <a:buChar char="•"/>
            </a:pPr>
            <a:r>
              <a:rPr lang="es-ES"/>
              <a:t>Identificación de clientes de mayor valor.</a:t>
            </a:r>
            <a:endParaRPr/>
          </a:p>
          <a:p>
            <a:pPr indent="-285750" lvl="0" marL="285750" rtl="0" algn="l">
              <a:lnSpc>
                <a:spcPct val="115000"/>
              </a:lnSpc>
              <a:spcBef>
                <a:spcPts val="0"/>
              </a:spcBef>
              <a:spcAft>
                <a:spcPts val="0"/>
              </a:spcAft>
              <a:buSzPts val="1400"/>
              <a:buFont typeface="Arial"/>
              <a:buChar char="•"/>
            </a:pPr>
            <a:r>
              <a:rPr lang="es-ES"/>
              <a:t>Útil para segmentación.</a:t>
            </a:r>
            <a:endParaRPr/>
          </a:p>
        </p:txBody>
      </p:sp>
      <p:pic>
        <p:nvPicPr>
          <p:cNvPr descr="Tabla&#10;&#10;El contenido generado por IA puede ser incorrecto." id="303" name="Google Shape;303;p8"/>
          <p:cNvPicPr preferRelativeResize="0"/>
          <p:nvPr/>
        </p:nvPicPr>
        <p:blipFill rotWithShape="1">
          <a:blip r:embed="rId3">
            <a:alphaModFix/>
          </a:blip>
          <a:srcRect b="0" l="0" r="0" t="0"/>
          <a:stretch/>
        </p:blipFill>
        <p:spPr>
          <a:xfrm>
            <a:off x="5515837" y="448450"/>
            <a:ext cx="2493213" cy="4246600"/>
          </a:xfrm>
          <a:prstGeom prst="rect">
            <a:avLst/>
          </a:prstGeom>
          <a:noFill/>
          <a:ln>
            <a:noFill/>
          </a:ln>
        </p:spPr>
      </p:pic>
      <p:sp>
        <p:nvSpPr>
          <p:cNvPr id="304" name="Google Shape;304;p8"/>
          <p:cNvSpPr/>
          <p:nvPr/>
        </p:nvSpPr>
        <p:spPr>
          <a:xfrm>
            <a:off x="5515837" y="448450"/>
            <a:ext cx="2493213" cy="4246600"/>
          </a:xfrm>
          <a:prstGeom prst="rect">
            <a:avLst/>
          </a:prstGeom>
          <a:solidFill>
            <a:schemeClr val="accent1">
              <a:alpha val="0"/>
            </a:schemeClr>
          </a:solidFill>
          <a:ln cap="flat" cmpd="sng" w="25400">
            <a:solidFill>
              <a:srgbClr val="593E0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9"/>
          <p:cNvSpPr txBox="1"/>
          <p:nvPr>
            <p:ph type="title"/>
          </p:nvPr>
        </p:nvSpPr>
        <p:spPr>
          <a:xfrm>
            <a:off x="1134950" y="519709"/>
            <a:ext cx="7117873" cy="550635"/>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s-ES"/>
              <a:t>Distribución del Gasto por cliente</a:t>
            </a:r>
            <a:endParaRPr/>
          </a:p>
        </p:txBody>
      </p:sp>
      <p:sp>
        <p:nvSpPr>
          <p:cNvPr id="310" name="Google Shape;310;p9"/>
          <p:cNvSpPr txBox="1"/>
          <p:nvPr>
            <p:ph idx="1" type="subTitle"/>
          </p:nvPr>
        </p:nvSpPr>
        <p:spPr>
          <a:xfrm>
            <a:off x="1014447" y="1219064"/>
            <a:ext cx="4011208" cy="1913996"/>
          </a:xfrm>
          <a:prstGeom prst="rect">
            <a:avLst/>
          </a:prstGeom>
          <a:noFill/>
          <a:ln>
            <a:noFill/>
          </a:ln>
        </p:spPr>
        <p:txBody>
          <a:bodyPr anchorCtr="0" anchor="t" bIns="91425" lIns="91425" spcFirstLastPara="1" rIns="91425" wrap="square" tIns="91425">
            <a:noAutofit/>
          </a:bodyPr>
          <a:lstStyle/>
          <a:p>
            <a:pPr indent="-285750" lvl="0" marL="285750" rtl="0" algn="l">
              <a:lnSpc>
                <a:spcPct val="115000"/>
              </a:lnSpc>
              <a:spcBef>
                <a:spcPts val="0"/>
              </a:spcBef>
              <a:spcAft>
                <a:spcPts val="0"/>
              </a:spcAft>
              <a:buSzPts val="1400"/>
              <a:buFont typeface="Arial"/>
              <a:buChar char="•"/>
            </a:pPr>
            <a:r>
              <a:rPr lang="es-ES"/>
              <a:t>Resumen estadístico de variables clave</a:t>
            </a:r>
            <a:endParaRPr/>
          </a:p>
          <a:p>
            <a:pPr indent="-285750" lvl="0" marL="285750" rtl="0" algn="l">
              <a:lnSpc>
                <a:spcPct val="115000"/>
              </a:lnSpc>
              <a:spcBef>
                <a:spcPts val="0"/>
              </a:spcBef>
              <a:spcAft>
                <a:spcPts val="0"/>
              </a:spcAft>
              <a:buSzPts val="1400"/>
              <a:buFont typeface="Arial"/>
              <a:buChar char="•"/>
            </a:pPr>
            <a:r>
              <a:rPr lang="es-ES"/>
              <a:t>Se observa buena distribución del importe gastado.</a:t>
            </a:r>
            <a:endParaRPr/>
          </a:p>
          <a:p>
            <a:pPr indent="-285750" lvl="0" marL="285750" rtl="0" algn="l">
              <a:lnSpc>
                <a:spcPct val="115000"/>
              </a:lnSpc>
              <a:spcBef>
                <a:spcPts val="0"/>
              </a:spcBef>
              <a:spcAft>
                <a:spcPts val="0"/>
              </a:spcAft>
              <a:buSzPts val="1400"/>
              <a:buFont typeface="Arial"/>
              <a:buChar char="•"/>
            </a:pPr>
            <a:r>
              <a:rPr lang="es-ES"/>
              <a:t>Hay clientes con gasto bajo o sin compras registradas</a:t>
            </a:r>
            <a:endParaRPr/>
          </a:p>
        </p:txBody>
      </p:sp>
      <p:sp>
        <p:nvSpPr>
          <p:cNvPr id="311" name="Google Shape;311;p9"/>
          <p:cNvSpPr/>
          <p:nvPr/>
        </p:nvSpPr>
        <p:spPr>
          <a:xfrm>
            <a:off x="5153246" y="1219679"/>
            <a:ext cx="3099577" cy="2562240"/>
          </a:xfrm>
          <a:prstGeom prst="rect">
            <a:avLst/>
          </a:prstGeom>
          <a:solidFill>
            <a:schemeClr val="accent1">
              <a:alpha val="0"/>
            </a:schemeClr>
          </a:solidFill>
          <a:ln cap="flat" cmpd="sng" w="25400">
            <a:solidFill>
              <a:srgbClr val="593E0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Gráfico, Gráfico de barras&#10;&#10;El contenido generado por IA puede ser incorrecto." id="312" name="Google Shape;312;p9"/>
          <p:cNvPicPr preferRelativeResize="0"/>
          <p:nvPr/>
        </p:nvPicPr>
        <p:blipFill rotWithShape="1">
          <a:blip r:embed="rId3">
            <a:alphaModFix/>
          </a:blip>
          <a:srcRect b="0" l="0" r="0" t="0"/>
          <a:stretch/>
        </p:blipFill>
        <p:spPr>
          <a:xfrm>
            <a:off x="5153246" y="1219064"/>
            <a:ext cx="3099577" cy="256285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0"/>
          <p:cNvSpPr txBox="1"/>
          <p:nvPr>
            <p:ph type="title"/>
          </p:nvPr>
        </p:nvSpPr>
        <p:spPr>
          <a:xfrm>
            <a:off x="1134949" y="519709"/>
            <a:ext cx="7066297" cy="479751"/>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s-ES"/>
              <a:t>Relación pedidos vs Gasto total</a:t>
            </a:r>
            <a:endParaRPr/>
          </a:p>
        </p:txBody>
      </p:sp>
      <p:sp>
        <p:nvSpPr>
          <p:cNvPr id="318" name="Google Shape;318;p10"/>
          <p:cNvSpPr txBox="1"/>
          <p:nvPr>
            <p:ph idx="1" type="subTitle"/>
          </p:nvPr>
        </p:nvSpPr>
        <p:spPr>
          <a:xfrm>
            <a:off x="964829" y="1290630"/>
            <a:ext cx="4011208" cy="1116300"/>
          </a:xfrm>
          <a:prstGeom prst="rect">
            <a:avLst/>
          </a:prstGeom>
          <a:noFill/>
          <a:ln>
            <a:noFill/>
          </a:ln>
        </p:spPr>
        <p:txBody>
          <a:bodyPr anchorCtr="0" anchor="t" bIns="91425" lIns="91425" spcFirstLastPara="1" rIns="91425" wrap="square" tIns="91425">
            <a:noAutofit/>
          </a:bodyPr>
          <a:lstStyle/>
          <a:p>
            <a:pPr indent="-285750" lvl="0" marL="285750" rtl="0" algn="l">
              <a:lnSpc>
                <a:spcPct val="115000"/>
              </a:lnSpc>
              <a:spcBef>
                <a:spcPts val="0"/>
              </a:spcBef>
              <a:spcAft>
                <a:spcPts val="0"/>
              </a:spcAft>
              <a:buSzPts val="1400"/>
              <a:buFont typeface="Arial"/>
              <a:buChar char="•"/>
            </a:pPr>
            <a:r>
              <a:rPr lang="es-ES"/>
              <a:t>Exploramos si más pedidos implica mayor gasto.</a:t>
            </a:r>
            <a:endParaRPr/>
          </a:p>
          <a:p>
            <a:pPr indent="-285750" lvl="0" marL="285750" rtl="0" algn="l">
              <a:lnSpc>
                <a:spcPct val="115000"/>
              </a:lnSpc>
              <a:spcBef>
                <a:spcPts val="0"/>
              </a:spcBef>
              <a:spcAft>
                <a:spcPts val="0"/>
              </a:spcAft>
              <a:buSzPts val="1400"/>
              <a:buFont typeface="Arial"/>
              <a:buChar char="•"/>
            </a:pPr>
            <a:r>
              <a:rPr lang="es-ES"/>
              <a:t>La correlación no es</a:t>
            </a:r>
            <a:r>
              <a:rPr lang="es-ES"/>
              <a:t> alta</a:t>
            </a:r>
            <a:r>
              <a:rPr lang="es-ES"/>
              <a:t>: número de pedidos no garantiza gasto alto.</a:t>
            </a:r>
            <a:endParaRPr/>
          </a:p>
          <a:p>
            <a:pPr indent="0" lvl="0" marL="457200" rtl="0" algn="l">
              <a:lnSpc>
                <a:spcPct val="115000"/>
              </a:lnSpc>
              <a:spcBef>
                <a:spcPts val="0"/>
              </a:spcBef>
              <a:spcAft>
                <a:spcPts val="0"/>
              </a:spcAft>
              <a:buNone/>
            </a:pPr>
            <a:r>
              <a:t/>
            </a:r>
            <a:endParaRPr/>
          </a:p>
        </p:txBody>
      </p:sp>
      <p:sp>
        <p:nvSpPr>
          <p:cNvPr id="319" name="Google Shape;319;p10"/>
          <p:cNvSpPr/>
          <p:nvPr/>
        </p:nvSpPr>
        <p:spPr>
          <a:xfrm>
            <a:off x="4976037" y="1290630"/>
            <a:ext cx="3401843" cy="2562240"/>
          </a:xfrm>
          <a:prstGeom prst="rect">
            <a:avLst/>
          </a:prstGeom>
          <a:solidFill>
            <a:schemeClr val="accent1">
              <a:alpha val="0"/>
            </a:schemeClr>
          </a:solidFill>
          <a:ln cap="flat" cmpd="sng" w="25400">
            <a:solidFill>
              <a:srgbClr val="593E0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Gráfico, Gráfico de dispersión&#10;&#10;El contenido generado por IA puede ser incorrecto." id="320" name="Google Shape;320;p10"/>
          <p:cNvPicPr preferRelativeResize="0"/>
          <p:nvPr/>
        </p:nvPicPr>
        <p:blipFill rotWithShape="1">
          <a:blip r:embed="rId3">
            <a:alphaModFix/>
          </a:blip>
          <a:srcRect b="0" l="0" r="0" t="0"/>
          <a:stretch/>
        </p:blipFill>
        <p:spPr>
          <a:xfrm>
            <a:off x="4976037" y="1290630"/>
            <a:ext cx="3401843" cy="256224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1"/>
          <p:cNvSpPr txBox="1"/>
          <p:nvPr>
            <p:ph type="title"/>
          </p:nvPr>
        </p:nvSpPr>
        <p:spPr>
          <a:xfrm>
            <a:off x="1134949" y="519709"/>
            <a:ext cx="6846557" cy="564812"/>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s-ES"/>
              <a:t>Modelo predictivo: Regresión lineal</a:t>
            </a:r>
            <a:endParaRPr/>
          </a:p>
        </p:txBody>
      </p:sp>
      <p:sp>
        <p:nvSpPr>
          <p:cNvPr id="326" name="Google Shape;326;p11"/>
          <p:cNvSpPr txBox="1"/>
          <p:nvPr>
            <p:ph idx="1" type="subTitle"/>
          </p:nvPr>
        </p:nvSpPr>
        <p:spPr>
          <a:xfrm>
            <a:off x="964829" y="1290630"/>
            <a:ext cx="3713497" cy="1116300"/>
          </a:xfrm>
          <a:prstGeom prst="rect">
            <a:avLst/>
          </a:prstGeom>
          <a:noFill/>
          <a:ln>
            <a:noFill/>
          </a:ln>
        </p:spPr>
        <p:txBody>
          <a:bodyPr anchorCtr="0" anchor="t" bIns="91425" lIns="91425" spcFirstLastPara="1" rIns="91425" wrap="square" tIns="91425">
            <a:noAutofit/>
          </a:bodyPr>
          <a:lstStyle/>
          <a:p>
            <a:pPr indent="-285750" lvl="0" marL="285750" rtl="0" algn="l">
              <a:lnSpc>
                <a:spcPct val="115000"/>
              </a:lnSpc>
              <a:spcBef>
                <a:spcPts val="0"/>
              </a:spcBef>
              <a:spcAft>
                <a:spcPts val="0"/>
              </a:spcAft>
              <a:buSzPts val="1400"/>
              <a:buFont typeface="Arial"/>
              <a:buChar char="•"/>
            </a:pPr>
            <a:r>
              <a:rPr lang="es-ES"/>
              <a:t>Modelo sencillo para estimar gasto total en función del número de pedidos.</a:t>
            </a:r>
            <a:endParaRPr/>
          </a:p>
          <a:p>
            <a:pPr indent="-285750" lvl="0" marL="285750" rtl="0" algn="l">
              <a:lnSpc>
                <a:spcPct val="115000"/>
              </a:lnSpc>
              <a:spcBef>
                <a:spcPts val="0"/>
              </a:spcBef>
              <a:spcAft>
                <a:spcPts val="0"/>
              </a:spcAft>
              <a:buSzPts val="1400"/>
              <a:buFont typeface="Arial"/>
              <a:buChar char="•"/>
            </a:pPr>
            <a:r>
              <a:rPr lang="es-ES"/>
              <a:t>Permite aproximar tendencias y apoyar decisiones.</a:t>
            </a:r>
            <a:endParaRPr/>
          </a:p>
        </p:txBody>
      </p:sp>
      <p:sp>
        <p:nvSpPr>
          <p:cNvPr id="327" name="Google Shape;327;p11"/>
          <p:cNvSpPr/>
          <p:nvPr/>
        </p:nvSpPr>
        <p:spPr>
          <a:xfrm>
            <a:off x="4976037" y="1290630"/>
            <a:ext cx="3401843" cy="2562240"/>
          </a:xfrm>
          <a:prstGeom prst="rect">
            <a:avLst/>
          </a:prstGeom>
          <a:solidFill>
            <a:schemeClr val="accent1">
              <a:alpha val="0"/>
            </a:schemeClr>
          </a:solidFill>
          <a:ln cap="flat" cmpd="sng" w="25400">
            <a:solidFill>
              <a:srgbClr val="593E0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Gráfico, Gráfico de dispersión&#10;&#10;El contenido generado por IA puede ser incorrecto." id="328" name="Google Shape;328;p11"/>
          <p:cNvPicPr preferRelativeResize="0"/>
          <p:nvPr/>
        </p:nvPicPr>
        <p:blipFill rotWithShape="1">
          <a:blip r:embed="rId3">
            <a:alphaModFix/>
          </a:blip>
          <a:srcRect b="0" l="0" r="0" t="0"/>
          <a:stretch/>
        </p:blipFill>
        <p:spPr>
          <a:xfrm>
            <a:off x="4976037" y="1290630"/>
            <a:ext cx="3401843" cy="256224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2"/>
          <p:cNvSpPr txBox="1"/>
          <p:nvPr>
            <p:ph type="title"/>
          </p:nvPr>
        </p:nvSpPr>
        <p:spPr>
          <a:xfrm>
            <a:off x="1134949" y="371739"/>
            <a:ext cx="6003042" cy="666308"/>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s-ES"/>
              <a:t>Objetivo y recomendación</a:t>
            </a:r>
            <a:endParaRPr/>
          </a:p>
        </p:txBody>
      </p:sp>
      <p:sp>
        <p:nvSpPr>
          <p:cNvPr id="334" name="Google Shape;334;p12"/>
          <p:cNvSpPr txBox="1"/>
          <p:nvPr>
            <p:ph idx="1" type="subTitle"/>
          </p:nvPr>
        </p:nvSpPr>
        <p:spPr>
          <a:xfrm>
            <a:off x="993175" y="1371199"/>
            <a:ext cx="3578700" cy="2785200"/>
          </a:xfrm>
          <a:prstGeom prst="rect">
            <a:avLst/>
          </a:prstGeom>
          <a:noFill/>
          <a:ln>
            <a:noFill/>
          </a:ln>
        </p:spPr>
        <p:txBody>
          <a:bodyPr anchorCtr="0" anchor="t" bIns="91425" lIns="91425" spcFirstLastPara="1" rIns="91425" wrap="square" tIns="91425">
            <a:noAutofit/>
          </a:bodyPr>
          <a:lstStyle/>
          <a:p>
            <a:pPr indent="-285750" lvl="0" marL="285750" rtl="0" algn="l">
              <a:lnSpc>
                <a:spcPct val="115000"/>
              </a:lnSpc>
              <a:spcBef>
                <a:spcPts val="0"/>
              </a:spcBef>
              <a:spcAft>
                <a:spcPts val="0"/>
              </a:spcAft>
              <a:buSzPts val="1400"/>
              <a:buFont typeface="Arial"/>
              <a:buChar char="•"/>
            </a:pPr>
            <a:r>
              <a:rPr lang="es-ES"/>
              <a:t>Objetivo: 5000 u.m.</a:t>
            </a:r>
            <a:endParaRPr/>
          </a:p>
          <a:p>
            <a:pPr indent="-285750" lvl="0" marL="285750" rtl="0" algn="l">
              <a:spcBef>
                <a:spcPts val="0"/>
              </a:spcBef>
              <a:spcAft>
                <a:spcPts val="0"/>
              </a:spcAft>
              <a:buSzPts val="1400"/>
              <a:buFont typeface="Arial"/>
              <a:buChar char="•"/>
            </a:pPr>
            <a:r>
              <a:rPr lang="es-ES"/>
              <a:t>Pedidos necesarios: 5 </a:t>
            </a:r>
            <a:endParaRPr/>
          </a:p>
          <a:p>
            <a:pPr indent="-285750" lvl="0" marL="285750" rtl="0" algn="l">
              <a:spcBef>
                <a:spcPts val="0"/>
              </a:spcBef>
              <a:spcAft>
                <a:spcPts val="0"/>
              </a:spcAft>
              <a:buSzPts val="1400"/>
              <a:buFont typeface="Arial"/>
              <a:buChar char="•"/>
            </a:pPr>
            <a:r>
              <a:rPr lang="es-ES"/>
              <a:t>Propuestas:</a:t>
            </a:r>
            <a:endParaRPr/>
          </a:p>
          <a:p>
            <a:pPr indent="-317500" lvl="0" marL="457200" rtl="0" algn="l">
              <a:spcBef>
                <a:spcPts val="0"/>
              </a:spcBef>
              <a:spcAft>
                <a:spcPts val="0"/>
              </a:spcAft>
              <a:buSzPts val="1400"/>
              <a:buChar char="-"/>
            </a:pPr>
            <a:r>
              <a:rPr b="1" lang="es-ES"/>
              <a:t>Descuentos </a:t>
            </a:r>
            <a:r>
              <a:rPr lang="es-ES"/>
              <a:t>en importe final. </a:t>
            </a:r>
            <a:endParaRPr/>
          </a:p>
          <a:p>
            <a:pPr indent="457200" lvl="0" marL="457200" rtl="0" algn="l">
              <a:spcBef>
                <a:spcPts val="0"/>
              </a:spcBef>
              <a:spcAft>
                <a:spcPts val="0"/>
              </a:spcAft>
              <a:buNone/>
            </a:pPr>
            <a:r>
              <a:rPr lang="es-ES"/>
              <a:t>(P.e: 20% en &gt;1000 u.m.)</a:t>
            </a:r>
            <a:endParaRPr/>
          </a:p>
          <a:p>
            <a:pPr indent="-317500" lvl="0" marL="457200" rtl="0" algn="l">
              <a:spcBef>
                <a:spcPts val="0"/>
              </a:spcBef>
              <a:spcAft>
                <a:spcPts val="0"/>
              </a:spcAft>
              <a:buSzPts val="1400"/>
              <a:buChar char="-"/>
            </a:pPr>
            <a:r>
              <a:rPr b="1" lang="es-ES"/>
              <a:t>Puntos </a:t>
            </a:r>
            <a:r>
              <a:rPr lang="es-ES"/>
              <a:t>de fidelización</a:t>
            </a:r>
            <a:endParaRPr/>
          </a:p>
          <a:p>
            <a:pPr indent="0" lvl="0" marL="457200" rtl="0" algn="l">
              <a:spcBef>
                <a:spcPts val="0"/>
              </a:spcBef>
              <a:spcAft>
                <a:spcPts val="0"/>
              </a:spcAft>
              <a:buNone/>
            </a:pPr>
            <a:r>
              <a:rPr lang="es-ES"/>
              <a:t>	(Con multiplicador de puntos)</a:t>
            </a:r>
            <a:endParaRPr/>
          </a:p>
          <a:p>
            <a:pPr indent="-317500" lvl="0" marL="457200" rtl="0" algn="l">
              <a:spcBef>
                <a:spcPts val="0"/>
              </a:spcBef>
              <a:spcAft>
                <a:spcPts val="0"/>
              </a:spcAft>
              <a:buSzPts val="1400"/>
              <a:buChar char="-"/>
            </a:pPr>
            <a:r>
              <a:rPr b="1" lang="es-ES"/>
              <a:t>Precios bajos</a:t>
            </a:r>
            <a:r>
              <a:rPr lang="es-ES"/>
              <a:t> para mayor frecuencia/</a:t>
            </a:r>
            <a:endParaRPr/>
          </a:p>
          <a:p>
            <a:pPr indent="0" lvl="0" marL="457200" rtl="0" algn="l">
              <a:spcBef>
                <a:spcPts val="0"/>
              </a:spcBef>
              <a:spcAft>
                <a:spcPts val="0"/>
              </a:spcAft>
              <a:buNone/>
            </a:pPr>
            <a:r>
              <a:rPr lang="es-ES"/>
              <a:t>	(Sandwich → Café al 50%)</a:t>
            </a:r>
            <a:endParaRPr/>
          </a:p>
        </p:txBody>
      </p:sp>
      <p:sp>
        <p:nvSpPr>
          <p:cNvPr id="335" name="Google Shape;335;p12"/>
          <p:cNvSpPr/>
          <p:nvPr/>
        </p:nvSpPr>
        <p:spPr>
          <a:xfrm>
            <a:off x="4838245" y="1371202"/>
            <a:ext cx="3677425" cy="2385182"/>
          </a:xfrm>
          <a:prstGeom prst="rect">
            <a:avLst/>
          </a:prstGeom>
          <a:solidFill>
            <a:schemeClr val="accent1">
              <a:alpha val="0"/>
            </a:schemeClr>
          </a:solidFill>
          <a:ln cap="flat" cmpd="sng" w="25400">
            <a:solidFill>
              <a:srgbClr val="593E0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Gráfico, Gráfico de líneas&#10;&#10;El contenido generado por IA puede ser incorrecto." id="336" name="Google Shape;336;p12"/>
          <p:cNvPicPr preferRelativeResize="0"/>
          <p:nvPr/>
        </p:nvPicPr>
        <p:blipFill rotWithShape="1">
          <a:blip r:embed="rId3">
            <a:alphaModFix/>
          </a:blip>
          <a:srcRect b="0" l="0" r="0" t="0"/>
          <a:stretch/>
        </p:blipFill>
        <p:spPr>
          <a:xfrm>
            <a:off x="4838245" y="1371201"/>
            <a:ext cx="3677425" cy="238518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1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s-ES"/>
              <a:t>Resultados</a:t>
            </a:r>
            <a:endParaRPr/>
          </a:p>
        </p:txBody>
      </p:sp>
      <p:sp>
        <p:nvSpPr>
          <p:cNvPr id="342" name="Google Shape;342;p13"/>
          <p:cNvSpPr txBox="1"/>
          <p:nvPr>
            <p:ph idx="1" type="subTitle"/>
          </p:nvPr>
        </p:nvSpPr>
        <p:spPr>
          <a:xfrm>
            <a:off x="1294375" y="1633950"/>
            <a:ext cx="7129800" cy="52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s-ES"/>
              <a:t>Distribución no uniforme, existen clientes sin compras o poco gastos.</a:t>
            </a:r>
            <a:endParaRPr/>
          </a:p>
        </p:txBody>
      </p:sp>
      <p:sp>
        <p:nvSpPr>
          <p:cNvPr id="343" name="Google Shape;343;p13"/>
          <p:cNvSpPr txBox="1"/>
          <p:nvPr>
            <p:ph idx="2" type="subTitle"/>
          </p:nvPr>
        </p:nvSpPr>
        <p:spPr>
          <a:xfrm>
            <a:off x="1294385" y="2753473"/>
            <a:ext cx="7129800" cy="715199"/>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s-ES"/>
              <a:t>El </a:t>
            </a:r>
            <a:r>
              <a:rPr lang="es-ES"/>
              <a:t>número</a:t>
            </a:r>
            <a:r>
              <a:rPr lang="es-ES"/>
              <a:t> de pedidos y el importe no están correlacionados, para alcanzar la meta de 5000 es necesario 5 pedidos de media.</a:t>
            </a:r>
            <a:endParaRPr/>
          </a:p>
        </p:txBody>
      </p:sp>
      <p:sp>
        <p:nvSpPr>
          <p:cNvPr id="344" name="Google Shape;344;p13"/>
          <p:cNvSpPr txBox="1"/>
          <p:nvPr>
            <p:ph idx="3" type="subTitle"/>
          </p:nvPr>
        </p:nvSpPr>
        <p:spPr>
          <a:xfrm>
            <a:off x="1294385" y="3872997"/>
            <a:ext cx="7129800" cy="982537"/>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s-ES"/>
              <a:t>Campañas que fomentan a distinto público a lograr llegar a la meta de 5000. Ya sea por descuento, fidelización o frecuencia</a:t>
            </a:r>
            <a:endParaRPr/>
          </a:p>
        </p:txBody>
      </p:sp>
      <p:sp>
        <p:nvSpPr>
          <p:cNvPr id="345" name="Google Shape;345;p13"/>
          <p:cNvSpPr txBox="1"/>
          <p:nvPr>
            <p:ph idx="4" type="subTitle"/>
          </p:nvPr>
        </p:nvSpPr>
        <p:spPr>
          <a:xfrm>
            <a:off x="1294375" y="1329825"/>
            <a:ext cx="7129800" cy="4275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600"/>
              <a:buNone/>
            </a:pPr>
            <a:r>
              <a:rPr lang="es-ES"/>
              <a:t>Descriptivo</a:t>
            </a:r>
            <a:endParaRPr/>
          </a:p>
        </p:txBody>
      </p:sp>
      <p:sp>
        <p:nvSpPr>
          <p:cNvPr id="346" name="Google Shape;346;p13"/>
          <p:cNvSpPr txBox="1"/>
          <p:nvPr>
            <p:ph idx="5" type="subTitle"/>
          </p:nvPr>
        </p:nvSpPr>
        <p:spPr>
          <a:xfrm>
            <a:off x="1294375" y="2450375"/>
            <a:ext cx="7129800" cy="4275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600"/>
              <a:buNone/>
            </a:pPr>
            <a:r>
              <a:rPr lang="es-ES"/>
              <a:t>Predictivo</a:t>
            </a:r>
            <a:endParaRPr/>
          </a:p>
        </p:txBody>
      </p:sp>
      <p:sp>
        <p:nvSpPr>
          <p:cNvPr id="347" name="Google Shape;347;p13"/>
          <p:cNvSpPr txBox="1"/>
          <p:nvPr>
            <p:ph idx="6" type="subTitle"/>
          </p:nvPr>
        </p:nvSpPr>
        <p:spPr>
          <a:xfrm>
            <a:off x="1269951" y="3570925"/>
            <a:ext cx="7129800" cy="4275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600"/>
              <a:buNone/>
            </a:pPr>
            <a:r>
              <a:rPr lang="es-ES"/>
              <a:t>Recomendación prescriptiva</a:t>
            </a:r>
            <a:endParaRPr/>
          </a:p>
        </p:txBody>
      </p:sp>
      <p:sp>
        <p:nvSpPr>
          <p:cNvPr id="348" name="Google Shape;348;p13"/>
          <p:cNvSpPr txBox="1"/>
          <p:nvPr/>
        </p:nvSpPr>
        <p:spPr>
          <a:xfrm>
            <a:off x="693051" y="1329825"/>
            <a:ext cx="576900" cy="4299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100"/>
              <a:buFont typeface="Arial"/>
              <a:buNone/>
            </a:pPr>
            <a:r>
              <a:rPr b="0" i="0" lang="es-ES" sz="2000" u="none" cap="none" strike="noStrike">
                <a:solidFill>
                  <a:schemeClr val="lt1"/>
                </a:solidFill>
                <a:latin typeface="DM Sans ExtraBold"/>
                <a:ea typeface="DM Sans ExtraBold"/>
                <a:cs typeface="DM Sans ExtraBold"/>
                <a:sym typeface="DM Sans ExtraBold"/>
              </a:rPr>
              <a:t>1</a:t>
            </a:r>
            <a:endParaRPr b="0" i="0" sz="2000" u="none" cap="none" strike="noStrike">
              <a:solidFill>
                <a:schemeClr val="lt1"/>
              </a:solidFill>
              <a:latin typeface="DM Sans ExtraBold"/>
              <a:ea typeface="DM Sans ExtraBold"/>
              <a:cs typeface="DM Sans ExtraBold"/>
              <a:sym typeface="DM Sans ExtraBold"/>
            </a:endParaRPr>
          </a:p>
        </p:txBody>
      </p:sp>
      <p:sp>
        <p:nvSpPr>
          <p:cNvPr id="349" name="Google Shape;349;p13"/>
          <p:cNvSpPr txBox="1"/>
          <p:nvPr/>
        </p:nvSpPr>
        <p:spPr>
          <a:xfrm>
            <a:off x="693051" y="2445600"/>
            <a:ext cx="576900" cy="4299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100"/>
              <a:buFont typeface="Arial"/>
              <a:buNone/>
            </a:pPr>
            <a:r>
              <a:rPr b="0" i="0" lang="es-ES" sz="2000" u="none" cap="none" strike="noStrike">
                <a:solidFill>
                  <a:schemeClr val="lt1"/>
                </a:solidFill>
                <a:latin typeface="DM Sans ExtraBold"/>
                <a:ea typeface="DM Sans ExtraBold"/>
                <a:cs typeface="DM Sans ExtraBold"/>
                <a:sym typeface="DM Sans ExtraBold"/>
              </a:rPr>
              <a:t>2</a:t>
            </a:r>
            <a:endParaRPr b="0" i="0" sz="2000" u="none" cap="none" strike="noStrike">
              <a:solidFill>
                <a:schemeClr val="lt1"/>
              </a:solidFill>
              <a:latin typeface="DM Sans ExtraBold"/>
              <a:ea typeface="DM Sans ExtraBold"/>
              <a:cs typeface="DM Sans ExtraBold"/>
              <a:sym typeface="DM Sans ExtraBold"/>
            </a:endParaRPr>
          </a:p>
        </p:txBody>
      </p:sp>
      <p:sp>
        <p:nvSpPr>
          <p:cNvPr id="350" name="Google Shape;350;p13"/>
          <p:cNvSpPr txBox="1"/>
          <p:nvPr/>
        </p:nvSpPr>
        <p:spPr>
          <a:xfrm>
            <a:off x="693051" y="3561375"/>
            <a:ext cx="576900" cy="4299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100"/>
              <a:buFont typeface="Arial"/>
              <a:buNone/>
            </a:pPr>
            <a:r>
              <a:rPr b="0" i="0" lang="es-ES" sz="2000" u="none" cap="none" strike="noStrike">
                <a:solidFill>
                  <a:schemeClr val="lt1"/>
                </a:solidFill>
                <a:latin typeface="DM Sans ExtraBold"/>
                <a:ea typeface="DM Sans ExtraBold"/>
                <a:cs typeface="DM Sans ExtraBold"/>
                <a:sym typeface="DM Sans ExtraBold"/>
              </a:rPr>
              <a:t>3</a:t>
            </a:r>
            <a:endParaRPr b="0" i="0" sz="2000" u="none" cap="none" strike="noStrike">
              <a:solidFill>
                <a:schemeClr val="lt1"/>
              </a:solidFill>
              <a:latin typeface="DM Sans ExtraBold"/>
              <a:ea typeface="DM Sans ExtraBold"/>
              <a:cs typeface="DM Sans ExtraBold"/>
              <a:sym typeface="DM Sans ExtraBo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1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s-ES"/>
              <a:t>Conclusiones</a:t>
            </a:r>
            <a:endParaRPr/>
          </a:p>
        </p:txBody>
      </p:sp>
      <p:sp>
        <p:nvSpPr>
          <p:cNvPr id="356" name="Google Shape;356;p14"/>
          <p:cNvSpPr txBox="1"/>
          <p:nvPr>
            <p:ph idx="1" type="subTitle"/>
          </p:nvPr>
        </p:nvSpPr>
        <p:spPr>
          <a:xfrm>
            <a:off x="2142250" y="1715325"/>
            <a:ext cx="2409300" cy="911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s-ES"/>
              <a:t>El gasto total se concentra en un número reducido de clientes.</a:t>
            </a:r>
            <a:endParaRPr/>
          </a:p>
        </p:txBody>
      </p:sp>
      <p:sp>
        <p:nvSpPr>
          <p:cNvPr id="357" name="Google Shape;357;p14"/>
          <p:cNvSpPr txBox="1"/>
          <p:nvPr>
            <p:ph idx="2" type="subTitle"/>
          </p:nvPr>
        </p:nvSpPr>
        <p:spPr>
          <a:xfrm>
            <a:off x="5490197" y="1715325"/>
            <a:ext cx="2409300" cy="911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s-ES"/>
              <a:t>Un mayor número de pedidos no siempre implica un mayor gasto total.</a:t>
            </a:r>
            <a:endParaRPr/>
          </a:p>
        </p:txBody>
      </p:sp>
      <p:sp>
        <p:nvSpPr>
          <p:cNvPr id="358" name="Google Shape;358;p14"/>
          <p:cNvSpPr txBox="1"/>
          <p:nvPr>
            <p:ph idx="3" type="subTitle"/>
          </p:nvPr>
        </p:nvSpPr>
        <p:spPr>
          <a:xfrm>
            <a:off x="2142250" y="3299325"/>
            <a:ext cx="2409300" cy="911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s-ES"/>
              <a:t>La regresión lineal permite estimar tendencias generales de gasto.</a:t>
            </a:r>
            <a:endParaRPr/>
          </a:p>
        </p:txBody>
      </p:sp>
      <p:sp>
        <p:nvSpPr>
          <p:cNvPr id="359" name="Google Shape;359;p14"/>
          <p:cNvSpPr txBox="1"/>
          <p:nvPr>
            <p:ph idx="4" type="subTitle"/>
          </p:nvPr>
        </p:nvSpPr>
        <p:spPr>
          <a:xfrm>
            <a:off x="5490197" y="3299325"/>
            <a:ext cx="2409300" cy="911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s-ES"/>
              <a:t>Los resultados apoyan a la toma de decisiones para mejorar el negocio.</a:t>
            </a:r>
            <a:endParaRPr/>
          </a:p>
        </p:txBody>
      </p:sp>
      <p:sp>
        <p:nvSpPr>
          <p:cNvPr id="360" name="Google Shape;360;p14"/>
          <p:cNvSpPr txBox="1"/>
          <p:nvPr>
            <p:ph idx="5" type="subTitle"/>
          </p:nvPr>
        </p:nvSpPr>
        <p:spPr>
          <a:xfrm>
            <a:off x="2142250" y="1485240"/>
            <a:ext cx="2409300" cy="3549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lang="es-ES"/>
              <a:t>Clientes</a:t>
            </a:r>
            <a:endParaRPr/>
          </a:p>
        </p:txBody>
      </p:sp>
      <p:sp>
        <p:nvSpPr>
          <p:cNvPr id="361" name="Google Shape;361;p14"/>
          <p:cNvSpPr txBox="1"/>
          <p:nvPr>
            <p:ph idx="6" type="subTitle"/>
          </p:nvPr>
        </p:nvSpPr>
        <p:spPr>
          <a:xfrm>
            <a:off x="5490197" y="1485240"/>
            <a:ext cx="2409300" cy="3549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lang="es-ES"/>
              <a:t>Pedidos</a:t>
            </a:r>
            <a:endParaRPr/>
          </a:p>
        </p:txBody>
      </p:sp>
      <p:sp>
        <p:nvSpPr>
          <p:cNvPr id="362" name="Google Shape;362;p14"/>
          <p:cNvSpPr txBox="1"/>
          <p:nvPr>
            <p:ph idx="7" type="subTitle"/>
          </p:nvPr>
        </p:nvSpPr>
        <p:spPr>
          <a:xfrm>
            <a:off x="2142250" y="3033688"/>
            <a:ext cx="2409300" cy="3549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lang="es-ES"/>
              <a:t>Modelo</a:t>
            </a:r>
            <a:endParaRPr/>
          </a:p>
        </p:txBody>
      </p:sp>
      <p:sp>
        <p:nvSpPr>
          <p:cNvPr id="363" name="Google Shape;363;p14"/>
          <p:cNvSpPr txBox="1"/>
          <p:nvPr>
            <p:ph idx="8" type="subTitle"/>
          </p:nvPr>
        </p:nvSpPr>
        <p:spPr>
          <a:xfrm>
            <a:off x="5490197" y="3033688"/>
            <a:ext cx="2409300" cy="3549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lang="es-ES"/>
              <a:t>Aplicación</a:t>
            </a:r>
            <a:endParaRPr/>
          </a:p>
        </p:txBody>
      </p:sp>
      <p:grpSp>
        <p:nvGrpSpPr>
          <p:cNvPr id="364" name="Google Shape;364;p14"/>
          <p:cNvGrpSpPr/>
          <p:nvPr/>
        </p:nvGrpSpPr>
        <p:grpSpPr>
          <a:xfrm>
            <a:off x="5048891" y="2903232"/>
            <a:ext cx="303351" cy="378361"/>
            <a:chOff x="5643260" y="3779839"/>
            <a:chExt cx="303351" cy="378361"/>
          </a:xfrm>
        </p:grpSpPr>
        <p:sp>
          <p:nvSpPr>
            <p:cNvPr id="365" name="Google Shape;365;p14"/>
            <p:cNvSpPr/>
            <p:nvPr/>
          </p:nvSpPr>
          <p:spPr>
            <a:xfrm>
              <a:off x="5839610" y="3916622"/>
              <a:ext cx="23165" cy="28680"/>
            </a:xfrm>
            <a:custGeom>
              <a:rect b="b" l="l" r="r" t="t"/>
              <a:pathLst>
                <a:path extrusionOk="0" h="11" w="9">
                  <a:moveTo>
                    <a:pt x="4" y="11"/>
                  </a:moveTo>
                  <a:cubicBezTo>
                    <a:pt x="5" y="11"/>
                    <a:pt x="6" y="11"/>
                    <a:pt x="6" y="11"/>
                  </a:cubicBezTo>
                  <a:cubicBezTo>
                    <a:pt x="7" y="11"/>
                    <a:pt x="8" y="11"/>
                    <a:pt x="8" y="10"/>
                  </a:cubicBezTo>
                  <a:cubicBezTo>
                    <a:pt x="9" y="9"/>
                    <a:pt x="9" y="7"/>
                    <a:pt x="8" y="6"/>
                  </a:cubicBezTo>
                  <a:cubicBezTo>
                    <a:pt x="7" y="5"/>
                    <a:pt x="6" y="4"/>
                    <a:pt x="6" y="3"/>
                  </a:cubicBezTo>
                  <a:cubicBezTo>
                    <a:pt x="6" y="3"/>
                    <a:pt x="6" y="3"/>
                    <a:pt x="6" y="3"/>
                  </a:cubicBezTo>
                  <a:cubicBezTo>
                    <a:pt x="5" y="1"/>
                    <a:pt x="4" y="0"/>
                    <a:pt x="2" y="0"/>
                  </a:cubicBezTo>
                  <a:cubicBezTo>
                    <a:pt x="1" y="1"/>
                    <a:pt x="0" y="2"/>
                    <a:pt x="0" y="4"/>
                  </a:cubicBezTo>
                  <a:cubicBezTo>
                    <a:pt x="0" y="4"/>
                    <a:pt x="0" y="4"/>
                    <a:pt x="0" y="4"/>
                  </a:cubicBezTo>
                  <a:cubicBezTo>
                    <a:pt x="1" y="7"/>
                    <a:pt x="2" y="9"/>
                    <a:pt x="4"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6" name="Google Shape;366;p14"/>
            <p:cNvSpPr/>
            <p:nvPr/>
          </p:nvSpPr>
          <p:spPr>
            <a:xfrm>
              <a:off x="5643260" y="3779839"/>
              <a:ext cx="303351" cy="378361"/>
            </a:xfrm>
            <a:custGeom>
              <a:rect b="b" l="l" r="r" t="t"/>
              <a:pathLst>
                <a:path extrusionOk="0" h="144" w="116">
                  <a:moveTo>
                    <a:pt x="114" y="55"/>
                  </a:moveTo>
                  <a:cubicBezTo>
                    <a:pt x="115" y="53"/>
                    <a:pt x="116" y="50"/>
                    <a:pt x="116" y="48"/>
                  </a:cubicBezTo>
                  <a:cubicBezTo>
                    <a:pt x="116" y="42"/>
                    <a:pt x="113" y="36"/>
                    <a:pt x="108" y="33"/>
                  </a:cubicBezTo>
                  <a:cubicBezTo>
                    <a:pt x="108" y="33"/>
                    <a:pt x="108" y="32"/>
                    <a:pt x="108" y="32"/>
                  </a:cubicBezTo>
                  <a:cubicBezTo>
                    <a:pt x="108" y="25"/>
                    <a:pt x="103" y="19"/>
                    <a:pt x="96" y="18"/>
                  </a:cubicBezTo>
                  <a:cubicBezTo>
                    <a:pt x="95" y="14"/>
                    <a:pt x="91" y="11"/>
                    <a:pt x="86" y="11"/>
                  </a:cubicBezTo>
                  <a:cubicBezTo>
                    <a:pt x="86" y="11"/>
                    <a:pt x="86" y="11"/>
                    <a:pt x="86" y="11"/>
                  </a:cubicBezTo>
                  <a:cubicBezTo>
                    <a:pt x="84" y="7"/>
                    <a:pt x="81" y="5"/>
                    <a:pt x="77" y="5"/>
                  </a:cubicBezTo>
                  <a:cubicBezTo>
                    <a:pt x="76" y="5"/>
                    <a:pt x="76" y="5"/>
                    <a:pt x="75" y="5"/>
                  </a:cubicBezTo>
                  <a:cubicBezTo>
                    <a:pt x="73" y="3"/>
                    <a:pt x="70" y="2"/>
                    <a:pt x="68" y="2"/>
                  </a:cubicBezTo>
                  <a:cubicBezTo>
                    <a:pt x="66" y="2"/>
                    <a:pt x="65" y="3"/>
                    <a:pt x="64" y="3"/>
                  </a:cubicBezTo>
                  <a:cubicBezTo>
                    <a:pt x="62" y="1"/>
                    <a:pt x="59" y="0"/>
                    <a:pt x="57" y="0"/>
                  </a:cubicBezTo>
                  <a:cubicBezTo>
                    <a:pt x="54" y="0"/>
                    <a:pt x="51" y="2"/>
                    <a:pt x="49" y="4"/>
                  </a:cubicBezTo>
                  <a:cubicBezTo>
                    <a:pt x="48" y="4"/>
                    <a:pt x="46" y="3"/>
                    <a:pt x="45" y="3"/>
                  </a:cubicBezTo>
                  <a:cubicBezTo>
                    <a:pt x="41" y="3"/>
                    <a:pt x="38" y="5"/>
                    <a:pt x="36" y="8"/>
                  </a:cubicBezTo>
                  <a:cubicBezTo>
                    <a:pt x="35" y="8"/>
                    <a:pt x="34" y="8"/>
                    <a:pt x="33" y="8"/>
                  </a:cubicBezTo>
                  <a:cubicBezTo>
                    <a:pt x="28" y="8"/>
                    <a:pt x="23" y="12"/>
                    <a:pt x="22" y="17"/>
                  </a:cubicBezTo>
                  <a:cubicBezTo>
                    <a:pt x="17" y="17"/>
                    <a:pt x="13" y="21"/>
                    <a:pt x="13" y="26"/>
                  </a:cubicBezTo>
                  <a:cubicBezTo>
                    <a:pt x="11" y="33"/>
                    <a:pt x="10" y="39"/>
                    <a:pt x="10" y="46"/>
                  </a:cubicBezTo>
                  <a:cubicBezTo>
                    <a:pt x="10" y="61"/>
                    <a:pt x="10" y="61"/>
                    <a:pt x="10" y="61"/>
                  </a:cubicBezTo>
                  <a:cubicBezTo>
                    <a:pt x="0" y="90"/>
                    <a:pt x="0" y="90"/>
                    <a:pt x="0" y="90"/>
                  </a:cubicBezTo>
                  <a:cubicBezTo>
                    <a:pt x="0" y="91"/>
                    <a:pt x="0" y="91"/>
                    <a:pt x="1" y="92"/>
                  </a:cubicBezTo>
                  <a:cubicBezTo>
                    <a:pt x="1" y="93"/>
                    <a:pt x="2" y="93"/>
                    <a:pt x="3" y="93"/>
                  </a:cubicBezTo>
                  <a:cubicBezTo>
                    <a:pt x="13" y="93"/>
                    <a:pt x="13" y="93"/>
                    <a:pt x="13" y="93"/>
                  </a:cubicBezTo>
                  <a:cubicBezTo>
                    <a:pt x="13" y="98"/>
                    <a:pt x="13" y="98"/>
                    <a:pt x="13" y="98"/>
                  </a:cubicBezTo>
                  <a:cubicBezTo>
                    <a:pt x="13" y="101"/>
                    <a:pt x="13" y="103"/>
                    <a:pt x="14" y="105"/>
                  </a:cubicBezTo>
                  <a:cubicBezTo>
                    <a:pt x="11" y="107"/>
                    <a:pt x="9" y="110"/>
                    <a:pt x="9" y="114"/>
                  </a:cubicBezTo>
                  <a:cubicBezTo>
                    <a:pt x="9" y="117"/>
                    <a:pt x="10" y="119"/>
                    <a:pt x="12" y="121"/>
                  </a:cubicBezTo>
                  <a:cubicBezTo>
                    <a:pt x="11" y="123"/>
                    <a:pt x="10" y="125"/>
                    <a:pt x="10" y="127"/>
                  </a:cubicBezTo>
                  <a:cubicBezTo>
                    <a:pt x="10" y="133"/>
                    <a:pt x="15" y="138"/>
                    <a:pt x="20" y="138"/>
                  </a:cubicBezTo>
                  <a:cubicBezTo>
                    <a:pt x="22" y="141"/>
                    <a:pt x="26" y="143"/>
                    <a:pt x="30" y="143"/>
                  </a:cubicBezTo>
                  <a:cubicBezTo>
                    <a:pt x="32" y="143"/>
                    <a:pt x="34" y="143"/>
                    <a:pt x="36" y="141"/>
                  </a:cubicBezTo>
                  <a:cubicBezTo>
                    <a:pt x="37" y="143"/>
                    <a:pt x="40" y="144"/>
                    <a:pt x="42" y="144"/>
                  </a:cubicBezTo>
                  <a:cubicBezTo>
                    <a:pt x="43" y="144"/>
                    <a:pt x="45" y="143"/>
                    <a:pt x="46" y="143"/>
                  </a:cubicBezTo>
                  <a:cubicBezTo>
                    <a:pt x="47" y="143"/>
                    <a:pt x="48" y="143"/>
                    <a:pt x="49" y="143"/>
                  </a:cubicBezTo>
                  <a:cubicBezTo>
                    <a:pt x="58" y="143"/>
                    <a:pt x="65" y="136"/>
                    <a:pt x="65" y="127"/>
                  </a:cubicBezTo>
                  <a:cubicBezTo>
                    <a:pt x="65" y="127"/>
                    <a:pt x="65" y="127"/>
                    <a:pt x="65" y="127"/>
                  </a:cubicBezTo>
                  <a:cubicBezTo>
                    <a:pt x="69" y="126"/>
                    <a:pt x="73" y="122"/>
                    <a:pt x="73" y="117"/>
                  </a:cubicBezTo>
                  <a:cubicBezTo>
                    <a:pt x="73" y="115"/>
                    <a:pt x="72" y="113"/>
                    <a:pt x="71" y="112"/>
                  </a:cubicBezTo>
                  <a:cubicBezTo>
                    <a:pt x="73" y="110"/>
                    <a:pt x="75" y="107"/>
                    <a:pt x="75" y="104"/>
                  </a:cubicBezTo>
                  <a:cubicBezTo>
                    <a:pt x="75" y="99"/>
                    <a:pt x="71" y="95"/>
                    <a:pt x="66" y="94"/>
                  </a:cubicBezTo>
                  <a:cubicBezTo>
                    <a:pt x="64" y="92"/>
                    <a:pt x="61" y="91"/>
                    <a:pt x="58" y="91"/>
                  </a:cubicBezTo>
                  <a:cubicBezTo>
                    <a:pt x="53" y="91"/>
                    <a:pt x="49" y="94"/>
                    <a:pt x="47" y="98"/>
                  </a:cubicBezTo>
                  <a:cubicBezTo>
                    <a:pt x="45" y="97"/>
                    <a:pt x="43" y="96"/>
                    <a:pt x="41" y="95"/>
                  </a:cubicBezTo>
                  <a:cubicBezTo>
                    <a:pt x="38" y="92"/>
                    <a:pt x="38" y="92"/>
                    <a:pt x="38" y="92"/>
                  </a:cubicBezTo>
                  <a:cubicBezTo>
                    <a:pt x="35" y="89"/>
                    <a:pt x="31" y="88"/>
                    <a:pt x="27" y="88"/>
                  </a:cubicBezTo>
                  <a:cubicBezTo>
                    <a:pt x="16" y="88"/>
                    <a:pt x="16" y="88"/>
                    <a:pt x="16" y="88"/>
                  </a:cubicBezTo>
                  <a:cubicBezTo>
                    <a:pt x="16" y="88"/>
                    <a:pt x="16" y="88"/>
                    <a:pt x="16" y="88"/>
                  </a:cubicBezTo>
                  <a:cubicBezTo>
                    <a:pt x="16" y="88"/>
                    <a:pt x="15" y="88"/>
                    <a:pt x="15" y="88"/>
                  </a:cubicBezTo>
                  <a:cubicBezTo>
                    <a:pt x="7" y="88"/>
                    <a:pt x="7" y="88"/>
                    <a:pt x="7" y="88"/>
                  </a:cubicBezTo>
                  <a:cubicBezTo>
                    <a:pt x="16" y="63"/>
                    <a:pt x="16" y="63"/>
                    <a:pt x="16" y="63"/>
                  </a:cubicBezTo>
                  <a:cubicBezTo>
                    <a:pt x="16" y="62"/>
                    <a:pt x="16" y="62"/>
                    <a:pt x="16" y="62"/>
                  </a:cubicBezTo>
                  <a:cubicBezTo>
                    <a:pt x="16" y="46"/>
                    <a:pt x="16" y="46"/>
                    <a:pt x="16" y="46"/>
                  </a:cubicBezTo>
                  <a:cubicBezTo>
                    <a:pt x="16" y="43"/>
                    <a:pt x="16" y="40"/>
                    <a:pt x="17" y="37"/>
                  </a:cubicBezTo>
                  <a:cubicBezTo>
                    <a:pt x="17" y="37"/>
                    <a:pt x="18" y="37"/>
                    <a:pt x="18" y="37"/>
                  </a:cubicBezTo>
                  <a:cubicBezTo>
                    <a:pt x="21" y="38"/>
                    <a:pt x="24" y="38"/>
                    <a:pt x="26" y="37"/>
                  </a:cubicBezTo>
                  <a:cubicBezTo>
                    <a:pt x="27" y="38"/>
                    <a:pt x="28" y="38"/>
                    <a:pt x="29" y="39"/>
                  </a:cubicBezTo>
                  <a:cubicBezTo>
                    <a:pt x="32" y="40"/>
                    <a:pt x="35" y="39"/>
                    <a:pt x="37" y="38"/>
                  </a:cubicBezTo>
                  <a:cubicBezTo>
                    <a:pt x="38" y="39"/>
                    <a:pt x="40" y="40"/>
                    <a:pt x="41" y="41"/>
                  </a:cubicBezTo>
                  <a:cubicBezTo>
                    <a:pt x="43" y="41"/>
                    <a:pt x="44" y="42"/>
                    <a:pt x="46" y="42"/>
                  </a:cubicBezTo>
                  <a:cubicBezTo>
                    <a:pt x="47" y="45"/>
                    <a:pt x="49" y="48"/>
                    <a:pt x="53" y="49"/>
                  </a:cubicBezTo>
                  <a:cubicBezTo>
                    <a:pt x="53" y="49"/>
                    <a:pt x="53" y="49"/>
                    <a:pt x="53" y="49"/>
                  </a:cubicBezTo>
                  <a:cubicBezTo>
                    <a:pt x="53" y="55"/>
                    <a:pt x="56" y="60"/>
                    <a:pt x="62" y="62"/>
                  </a:cubicBezTo>
                  <a:cubicBezTo>
                    <a:pt x="63" y="63"/>
                    <a:pt x="65" y="63"/>
                    <a:pt x="66" y="63"/>
                  </a:cubicBezTo>
                  <a:cubicBezTo>
                    <a:pt x="66" y="63"/>
                    <a:pt x="67" y="63"/>
                    <a:pt x="67" y="63"/>
                  </a:cubicBezTo>
                  <a:cubicBezTo>
                    <a:pt x="67" y="63"/>
                    <a:pt x="67" y="63"/>
                    <a:pt x="67" y="63"/>
                  </a:cubicBezTo>
                  <a:cubicBezTo>
                    <a:pt x="68" y="63"/>
                    <a:pt x="69" y="62"/>
                    <a:pt x="69" y="61"/>
                  </a:cubicBezTo>
                  <a:cubicBezTo>
                    <a:pt x="73" y="53"/>
                    <a:pt x="73" y="53"/>
                    <a:pt x="73" y="53"/>
                  </a:cubicBezTo>
                  <a:cubicBezTo>
                    <a:pt x="74" y="51"/>
                    <a:pt x="76" y="49"/>
                    <a:pt x="79" y="49"/>
                  </a:cubicBezTo>
                  <a:cubicBezTo>
                    <a:pt x="80" y="49"/>
                    <a:pt x="81" y="49"/>
                    <a:pt x="82" y="49"/>
                  </a:cubicBezTo>
                  <a:cubicBezTo>
                    <a:pt x="82" y="50"/>
                    <a:pt x="82" y="50"/>
                    <a:pt x="82" y="50"/>
                  </a:cubicBezTo>
                  <a:cubicBezTo>
                    <a:pt x="85" y="51"/>
                    <a:pt x="87" y="53"/>
                    <a:pt x="87" y="56"/>
                  </a:cubicBezTo>
                  <a:cubicBezTo>
                    <a:pt x="87" y="63"/>
                    <a:pt x="85" y="69"/>
                    <a:pt x="83" y="75"/>
                  </a:cubicBezTo>
                  <a:cubicBezTo>
                    <a:pt x="82" y="78"/>
                    <a:pt x="82" y="78"/>
                    <a:pt x="82" y="78"/>
                  </a:cubicBezTo>
                  <a:cubicBezTo>
                    <a:pt x="81" y="80"/>
                    <a:pt x="79" y="82"/>
                    <a:pt x="76" y="82"/>
                  </a:cubicBezTo>
                  <a:cubicBezTo>
                    <a:pt x="75" y="82"/>
                    <a:pt x="74" y="81"/>
                    <a:pt x="74" y="79"/>
                  </a:cubicBezTo>
                  <a:cubicBezTo>
                    <a:pt x="73" y="78"/>
                    <a:pt x="75" y="77"/>
                    <a:pt x="76" y="77"/>
                  </a:cubicBezTo>
                  <a:cubicBezTo>
                    <a:pt x="77" y="77"/>
                    <a:pt x="77" y="77"/>
                    <a:pt x="77" y="77"/>
                  </a:cubicBezTo>
                  <a:cubicBezTo>
                    <a:pt x="78" y="77"/>
                    <a:pt x="80" y="76"/>
                    <a:pt x="80" y="74"/>
                  </a:cubicBezTo>
                  <a:cubicBezTo>
                    <a:pt x="80" y="73"/>
                    <a:pt x="79" y="71"/>
                    <a:pt x="77" y="71"/>
                  </a:cubicBezTo>
                  <a:cubicBezTo>
                    <a:pt x="76" y="71"/>
                    <a:pt x="76" y="71"/>
                    <a:pt x="76" y="71"/>
                  </a:cubicBezTo>
                  <a:cubicBezTo>
                    <a:pt x="72" y="71"/>
                    <a:pt x="68" y="74"/>
                    <a:pt x="68" y="78"/>
                  </a:cubicBezTo>
                  <a:cubicBezTo>
                    <a:pt x="67" y="83"/>
                    <a:pt x="71" y="87"/>
                    <a:pt x="76" y="87"/>
                  </a:cubicBezTo>
                  <a:cubicBezTo>
                    <a:pt x="81" y="87"/>
                    <a:pt x="85" y="85"/>
                    <a:pt x="87" y="80"/>
                  </a:cubicBezTo>
                  <a:cubicBezTo>
                    <a:pt x="88" y="77"/>
                    <a:pt x="88" y="77"/>
                    <a:pt x="88" y="77"/>
                  </a:cubicBezTo>
                  <a:cubicBezTo>
                    <a:pt x="91" y="70"/>
                    <a:pt x="92" y="63"/>
                    <a:pt x="92" y="56"/>
                  </a:cubicBezTo>
                  <a:cubicBezTo>
                    <a:pt x="92" y="51"/>
                    <a:pt x="89" y="46"/>
                    <a:pt x="85" y="44"/>
                  </a:cubicBezTo>
                  <a:cubicBezTo>
                    <a:pt x="84" y="44"/>
                    <a:pt x="84" y="44"/>
                    <a:pt x="84" y="44"/>
                  </a:cubicBezTo>
                  <a:cubicBezTo>
                    <a:pt x="83" y="43"/>
                    <a:pt x="81" y="43"/>
                    <a:pt x="79" y="43"/>
                  </a:cubicBezTo>
                  <a:cubicBezTo>
                    <a:pt x="78" y="39"/>
                    <a:pt x="76" y="36"/>
                    <a:pt x="72" y="34"/>
                  </a:cubicBezTo>
                  <a:cubicBezTo>
                    <a:pt x="72" y="33"/>
                    <a:pt x="72" y="33"/>
                    <a:pt x="72" y="32"/>
                  </a:cubicBezTo>
                  <a:cubicBezTo>
                    <a:pt x="71" y="27"/>
                    <a:pt x="68" y="23"/>
                    <a:pt x="64" y="21"/>
                  </a:cubicBezTo>
                  <a:cubicBezTo>
                    <a:pt x="63" y="20"/>
                    <a:pt x="62" y="20"/>
                    <a:pt x="62" y="20"/>
                  </a:cubicBezTo>
                  <a:cubicBezTo>
                    <a:pt x="61" y="15"/>
                    <a:pt x="58" y="11"/>
                    <a:pt x="53" y="8"/>
                  </a:cubicBezTo>
                  <a:cubicBezTo>
                    <a:pt x="53" y="8"/>
                    <a:pt x="53" y="8"/>
                    <a:pt x="53" y="8"/>
                  </a:cubicBezTo>
                  <a:cubicBezTo>
                    <a:pt x="54" y="7"/>
                    <a:pt x="55" y="6"/>
                    <a:pt x="57" y="6"/>
                  </a:cubicBezTo>
                  <a:cubicBezTo>
                    <a:pt x="58" y="6"/>
                    <a:pt x="60" y="7"/>
                    <a:pt x="60" y="8"/>
                  </a:cubicBezTo>
                  <a:cubicBezTo>
                    <a:pt x="61" y="9"/>
                    <a:pt x="61" y="9"/>
                    <a:pt x="61" y="9"/>
                  </a:cubicBezTo>
                  <a:cubicBezTo>
                    <a:pt x="63" y="10"/>
                    <a:pt x="64" y="10"/>
                    <a:pt x="65" y="9"/>
                  </a:cubicBezTo>
                  <a:cubicBezTo>
                    <a:pt x="66" y="9"/>
                    <a:pt x="67" y="8"/>
                    <a:pt x="68" y="8"/>
                  </a:cubicBezTo>
                  <a:cubicBezTo>
                    <a:pt x="69" y="8"/>
                    <a:pt x="71" y="9"/>
                    <a:pt x="71" y="10"/>
                  </a:cubicBezTo>
                  <a:cubicBezTo>
                    <a:pt x="72" y="11"/>
                    <a:pt x="74" y="12"/>
                    <a:pt x="75" y="11"/>
                  </a:cubicBezTo>
                  <a:cubicBezTo>
                    <a:pt x="76" y="11"/>
                    <a:pt x="76" y="11"/>
                    <a:pt x="77" y="11"/>
                  </a:cubicBezTo>
                  <a:cubicBezTo>
                    <a:pt x="79" y="11"/>
                    <a:pt x="81" y="12"/>
                    <a:pt x="81" y="14"/>
                  </a:cubicBezTo>
                  <a:cubicBezTo>
                    <a:pt x="82" y="15"/>
                    <a:pt x="83" y="16"/>
                    <a:pt x="84" y="17"/>
                  </a:cubicBezTo>
                  <a:cubicBezTo>
                    <a:pt x="84" y="17"/>
                    <a:pt x="85" y="17"/>
                    <a:pt x="85" y="17"/>
                  </a:cubicBezTo>
                  <a:cubicBezTo>
                    <a:pt x="85" y="16"/>
                    <a:pt x="86" y="16"/>
                    <a:pt x="86" y="16"/>
                  </a:cubicBezTo>
                  <a:cubicBezTo>
                    <a:pt x="89" y="16"/>
                    <a:pt x="91" y="18"/>
                    <a:pt x="91" y="21"/>
                  </a:cubicBezTo>
                  <a:cubicBezTo>
                    <a:pt x="91" y="21"/>
                    <a:pt x="91" y="21"/>
                    <a:pt x="91" y="21"/>
                  </a:cubicBezTo>
                  <a:cubicBezTo>
                    <a:pt x="91" y="21"/>
                    <a:pt x="91" y="21"/>
                    <a:pt x="91" y="22"/>
                  </a:cubicBezTo>
                  <a:cubicBezTo>
                    <a:pt x="91" y="23"/>
                    <a:pt x="92" y="23"/>
                    <a:pt x="94" y="23"/>
                  </a:cubicBezTo>
                  <a:cubicBezTo>
                    <a:pt x="94" y="23"/>
                    <a:pt x="94" y="23"/>
                    <a:pt x="94" y="23"/>
                  </a:cubicBezTo>
                  <a:cubicBezTo>
                    <a:pt x="99" y="23"/>
                    <a:pt x="103" y="27"/>
                    <a:pt x="103" y="32"/>
                  </a:cubicBezTo>
                  <a:cubicBezTo>
                    <a:pt x="103" y="33"/>
                    <a:pt x="103" y="34"/>
                    <a:pt x="102" y="34"/>
                  </a:cubicBezTo>
                  <a:cubicBezTo>
                    <a:pt x="102" y="36"/>
                    <a:pt x="103" y="37"/>
                    <a:pt x="104" y="38"/>
                  </a:cubicBezTo>
                  <a:cubicBezTo>
                    <a:pt x="108" y="39"/>
                    <a:pt x="111" y="43"/>
                    <a:pt x="111" y="48"/>
                  </a:cubicBezTo>
                  <a:cubicBezTo>
                    <a:pt x="111" y="50"/>
                    <a:pt x="110" y="52"/>
                    <a:pt x="109" y="54"/>
                  </a:cubicBezTo>
                  <a:cubicBezTo>
                    <a:pt x="108" y="55"/>
                    <a:pt x="108" y="56"/>
                    <a:pt x="109" y="57"/>
                  </a:cubicBezTo>
                  <a:cubicBezTo>
                    <a:pt x="110" y="59"/>
                    <a:pt x="111" y="61"/>
                    <a:pt x="111" y="63"/>
                  </a:cubicBezTo>
                  <a:cubicBezTo>
                    <a:pt x="111" y="65"/>
                    <a:pt x="111" y="66"/>
                    <a:pt x="110" y="68"/>
                  </a:cubicBezTo>
                  <a:cubicBezTo>
                    <a:pt x="110" y="68"/>
                    <a:pt x="110" y="69"/>
                    <a:pt x="110" y="70"/>
                  </a:cubicBezTo>
                  <a:cubicBezTo>
                    <a:pt x="111" y="71"/>
                    <a:pt x="111" y="73"/>
                    <a:pt x="111" y="74"/>
                  </a:cubicBezTo>
                  <a:cubicBezTo>
                    <a:pt x="111" y="80"/>
                    <a:pt x="106" y="85"/>
                    <a:pt x="100" y="85"/>
                  </a:cubicBezTo>
                  <a:cubicBezTo>
                    <a:pt x="99" y="85"/>
                    <a:pt x="98" y="86"/>
                    <a:pt x="97" y="87"/>
                  </a:cubicBezTo>
                  <a:cubicBezTo>
                    <a:pt x="97" y="89"/>
                    <a:pt x="98" y="91"/>
                    <a:pt x="100" y="91"/>
                  </a:cubicBezTo>
                  <a:cubicBezTo>
                    <a:pt x="100" y="91"/>
                    <a:pt x="101" y="91"/>
                    <a:pt x="101" y="90"/>
                  </a:cubicBezTo>
                  <a:cubicBezTo>
                    <a:pt x="101" y="141"/>
                    <a:pt x="101" y="141"/>
                    <a:pt x="101" y="141"/>
                  </a:cubicBezTo>
                  <a:cubicBezTo>
                    <a:pt x="101" y="142"/>
                    <a:pt x="102" y="144"/>
                    <a:pt x="104" y="144"/>
                  </a:cubicBezTo>
                  <a:cubicBezTo>
                    <a:pt x="105" y="144"/>
                    <a:pt x="106" y="143"/>
                    <a:pt x="106" y="141"/>
                  </a:cubicBezTo>
                  <a:cubicBezTo>
                    <a:pt x="106" y="89"/>
                    <a:pt x="106" y="89"/>
                    <a:pt x="106" y="89"/>
                  </a:cubicBezTo>
                  <a:cubicBezTo>
                    <a:pt x="112" y="86"/>
                    <a:pt x="116" y="81"/>
                    <a:pt x="116" y="74"/>
                  </a:cubicBezTo>
                  <a:cubicBezTo>
                    <a:pt x="116" y="72"/>
                    <a:pt x="116" y="70"/>
                    <a:pt x="115" y="69"/>
                  </a:cubicBezTo>
                  <a:cubicBezTo>
                    <a:pt x="116" y="67"/>
                    <a:pt x="116" y="65"/>
                    <a:pt x="116" y="63"/>
                  </a:cubicBezTo>
                  <a:cubicBezTo>
                    <a:pt x="116" y="61"/>
                    <a:pt x="115" y="58"/>
                    <a:pt x="114" y="55"/>
                  </a:cubicBezTo>
                  <a:close/>
                  <a:moveTo>
                    <a:pt x="27" y="93"/>
                  </a:moveTo>
                  <a:cubicBezTo>
                    <a:pt x="30" y="93"/>
                    <a:pt x="32" y="94"/>
                    <a:pt x="34" y="96"/>
                  </a:cubicBezTo>
                  <a:cubicBezTo>
                    <a:pt x="38" y="99"/>
                    <a:pt x="38" y="99"/>
                    <a:pt x="38" y="99"/>
                  </a:cubicBezTo>
                  <a:cubicBezTo>
                    <a:pt x="41" y="102"/>
                    <a:pt x="45" y="103"/>
                    <a:pt x="49" y="103"/>
                  </a:cubicBezTo>
                  <a:cubicBezTo>
                    <a:pt x="49" y="103"/>
                    <a:pt x="49" y="103"/>
                    <a:pt x="49" y="103"/>
                  </a:cubicBezTo>
                  <a:cubicBezTo>
                    <a:pt x="50" y="103"/>
                    <a:pt x="51" y="103"/>
                    <a:pt x="51" y="101"/>
                  </a:cubicBezTo>
                  <a:cubicBezTo>
                    <a:pt x="52" y="99"/>
                    <a:pt x="55" y="96"/>
                    <a:pt x="58" y="96"/>
                  </a:cubicBezTo>
                  <a:cubicBezTo>
                    <a:pt x="60" y="96"/>
                    <a:pt x="62" y="97"/>
                    <a:pt x="63" y="99"/>
                  </a:cubicBezTo>
                  <a:cubicBezTo>
                    <a:pt x="63" y="99"/>
                    <a:pt x="64" y="100"/>
                    <a:pt x="65" y="100"/>
                  </a:cubicBezTo>
                  <a:cubicBezTo>
                    <a:pt x="67" y="100"/>
                    <a:pt x="69" y="102"/>
                    <a:pt x="69" y="104"/>
                  </a:cubicBezTo>
                  <a:cubicBezTo>
                    <a:pt x="69" y="106"/>
                    <a:pt x="68" y="108"/>
                    <a:pt x="66" y="108"/>
                  </a:cubicBezTo>
                  <a:cubicBezTo>
                    <a:pt x="65" y="109"/>
                    <a:pt x="64" y="110"/>
                    <a:pt x="64" y="111"/>
                  </a:cubicBezTo>
                  <a:cubicBezTo>
                    <a:pt x="64" y="112"/>
                    <a:pt x="65" y="113"/>
                    <a:pt x="65" y="113"/>
                  </a:cubicBezTo>
                  <a:cubicBezTo>
                    <a:pt x="67" y="114"/>
                    <a:pt x="67" y="116"/>
                    <a:pt x="67" y="117"/>
                  </a:cubicBezTo>
                  <a:cubicBezTo>
                    <a:pt x="67" y="120"/>
                    <a:pt x="65" y="122"/>
                    <a:pt x="63" y="122"/>
                  </a:cubicBezTo>
                  <a:cubicBezTo>
                    <a:pt x="63" y="122"/>
                    <a:pt x="62" y="122"/>
                    <a:pt x="62" y="122"/>
                  </a:cubicBezTo>
                  <a:cubicBezTo>
                    <a:pt x="61" y="121"/>
                    <a:pt x="60" y="122"/>
                    <a:pt x="60" y="122"/>
                  </a:cubicBezTo>
                  <a:cubicBezTo>
                    <a:pt x="59" y="123"/>
                    <a:pt x="59" y="124"/>
                    <a:pt x="59" y="125"/>
                  </a:cubicBezTo>
                  <a:cubicBezTo>
                    <a:pt x="59" y="126"/>
                    <a:pt x="59" y="126"/>
                    <a:pt x="59" y="127"/>
                  </a:cubicBezTo>
                  <a:cubicBezTo>
                    <a:pt x="59" y="133"/>
                    <a:pt x="54" y="138"/>
                    <a:pt x="49" y="138"/>
                  </a:cubicBezTo>
                  <a:cubicBezTo>
                    <a:pt x="48" y="138"/>
                    <a:pt x="47" y="137"/>
                    <a:pt x="46" y="137"/>
                  </a:cubicBezTo>
                  <a:cubicBezTo>
                    <a:pt x="46" y="137"/>
                    <a:pt x="45" y="137"/>
                    <a:pt x="44" y="138"/>
                  </a:cubicBezTo>
                  <a:cubicBezTo>
                    <a:pt x="44" y="138"/>
                    <a:pt x="43" y="138"/>
                    <a:pt x="42" y="138"/>
                  </a:cubicBezTo>
                  <a:cubicBezTo>
                    <a:pt x="41" y="138"/>
                    <a:pt x="39" y="137"/>
                    <a:pt x="38" y="136"/>
                  </a:cubicBezTo>
                  <a:cubicBezTo>
                    <a:pt x="38" y="135"/>
                    <a:pt x="37" y="135"/>
                    <a:pt x="36" y="135"/>
                  </a:cubicBezTo>
                  <a:cubicBezTo>
                    <a:pt x="35" y="135"/>
                    <a:pt x="34" y="135"/>
                    <a:pt x="34" y="136"/>
                  </a:cubicBezTo>
                  <a:cubicBezTo>
                    <a:pt x="33" y="137"/>
                    <a:pt x="31" y="138"/>
                    <a:pt x="30" y="138"/>
                  </a:cubicBezTo>
                  <a:cubicBezTo>
                    <a:pt x="27" y="138"/>
                    <a:pt x="25" y="136"/>
                    <a:pt x="25" y="134"/>
                  </a:cubicBezTo>
                  <a:cubicBezTo>
                    <a:pt x="24" y="133"/>
                    <a:pt x="23" y="132"/>
                    <a:pt x="21" y="132"/>
                  </a:cubicBezTo>
                  <a:cubicBezTo>
                    <a:pt x="21" y="132"/>
                    <a:pt x="21" y="132"/>
                    <a:pt x="21" y="132"/>
                  </a:cubicBezTo>
                  <a:cubicBezTo>
                    <a:pt x="18" y="132"/>
                    <a:pt x="16" y="130"/>
                    <a:pt x="16" y="127"/>
                  </a:cubicBezTo>
                  <a:cubicBezTo>
                    <a:pt x="16" y="125"/>
                    <a:pt x="17" y="124"/>
                    <a:pt x="18" y="123"/>
                  </a:cubicBezTo>
                  <a:cubicBezTo>
                    <a:pt x="19" y="122"/>
                    <a:pt x="19" y="122"/>
                    <a:pt x="20" y="121"/>
                  </a:cubicBezTo>
                  <a:cubicBezTo>
                    <a:pt x="20" y="119"/>
                    <a:pt x="19" y="118"/>
                    <a:pt x="17" y="118"/>
                  </a:cubicBezTo>
                  <a:cubicBezTo>
                    <a:pt x="16" y="117"/>
                    <a:pt x="14" y="116"/>
                    <a:pt x="14" y="114"/>
                  </a:cubicBezTo>
                  <a:cubicBezTo>
                    <a:pt x="14" y="112"/>
                    <a:pt x="16" y="111"/>
                    <a:pt x="17" y="110"/>
                  </a:cubicBezTo>
                  <a:cubicBezTo>
                    <a:pt x="18" y="111"/>
                    <a:pt x="19" y="112"/>
                    <a:pt x="21" y="113"/>
                  </a:cubicBezTo>
                  <a:cubicBezTo>
                    <a:pt x="21" y="113"/>
                    <a:pt x="22" y="113"/>
                    <a:pt x="22" y="113"/>
                  </a:cubicBezTo>
                  <a:cubicBezTo>
                    <a:pt x="23" y="113"/>
                    <a:pt x="24" y="113"/>
                    <a:pt x="24" y="112"/>
                  </a:cubicBezTo>
                  <a:cubicBezTo>
                    <a:pt x="25" y="111"/>
                    <a:pt x="25" y="109"/>
                    <a:pt x="24" y="108"/>
                  </a:cubicBezTo>
                  <a:cubicBezTo>
                    <a:pt x="20" y="106"/>
                    <a:pt x="18" y="102"/>
                    <a:pt x="18" y="98"/>
                  </a:cubicBezTo>
                  <a:cubicBezTo>
                    <a:pt x="18" y="93"/>
                    <a:pt x="18" y="93"/>
                    <a:pt x="18" y="93"/>
                  </a:cubicBezTo>
                  <a:lnTo>
                    <a:pt x="27" y="93"/>
                  </a:lnTo>
                  <a:close/>
                  <a:moveTo>
                    <a:pt x="60" y="47"/>
                  </a:moveTo>
                  <a:cubicBezTo>
                    <a:pt x="60" y="47"/>
                    <a:pt x="60" y="46"/>
                    <a:pt x="59" y="45"/>
                  </a:cubicBezTo>
                  <a:cubicBezTo>
                    <a:pt x="59" y="44"/>
                    <a:pt x="58" y="44"/>
                    <a:pt x="57" y="44"/>
                  </a:cubicBezTo>
                  <a:cubicBezTo>
                    <a:pt x="56" y="44"/>
                    <a:pt x="55" y="44"/>
                    <a:pt x="55" y="43"/>
                  </a:cubicBezTo>
                  <a:cubicBezTo>
                    <a:pt x="52" y="43"/>
                    <a:pt x="51" y="40"/>
                    <a:pt x="51" y="38"/>
                  </a:cubicBezTo>
                  <a:cubicBezTo>
                    <a:pt x="52" y="37"/>
                    <a:pt x="51" y="36"/>
                    <a:pt x="50" y="35"/>
                  </a:cubicBezTo>
                  <a:cubicBezTo>
                    <a:pt x="49" y="35"/>
                    <a:pt x="48" y="35"/>
                    <a:pt x="47" y="35"/>
                  </a:cubicBezTo>
                  <a:cubicBezTo>
                    <a:pt x="46" y="36"/>
                    <a:pt x="45" y="36"/>
                    <a:pt x="43" y="35"/>
                  </a:cubicBezTo>
                  <a:cubicBezTo>
                    <a:pt x="42" y="35"/>
                    <a:pt x="41" y="34"/>
                    <a:pt x="41" y="33"/>
                  </a:cubicBezTo>
                  <a:cubicBezTo>
                    <a:pt x="40" y="32"/>
                    <a:pt x="40" y="31"/>
                    <a:pt x="39" y="31"/>
                  </a:cubicBezTo>
                  <a:cubicBezTo>
                    <a:pt x="38" y="31"/>
                    <a:pt x="37" y="31"/>
                    <a:pt x="36" y="32"/>
                  </a:cubicBezTo>
                  <a:cubicBezTo>
                    <a:pt x="35" y="33"/>
                    <a:pt x="33" y="34"/>
                    <a:pt x="31" y="33"/>
                  </a:cubicBezTo>
                  <a:cubicBezTo>
                    <a:pt x="30" y="33"/>
                    <a:pt x="29" y="32"/>
                    <a:pt x="29" y="31"/>
                  </a:cubicBezTo>
                  <a:cubicBezTo>
                    <a:pt x="28" y="30"/>
                    <a:pt x="26" y="30"/>
                    <a:pt x="25" y="31"/>
                  </a:cubicBezTo>
                  <a:cubicBezTo>
                    <a:pt x="24" y="32"/>
                    <a:pt x="22" y="32"/>
                    <a:pt x="20" y="32"/>
                  </a:cubicBezTo>
                  <a:cubicBezTo>
                    <a:pt x="20" y="31"/>
                    <a:pt x="19" y="31"/>
                    <a:pt x="19" y="31"/>
                  </a:cubicBezTo>
                  <a:cubicBezTo>
                    <a:pt x="18" y="31"/>
                    <a:pt x="18" y="30"/>
                    <a:pt x="18" y="30"/>
                  </a:cubicBezTo>
                  <a:cubicBezTo>
                    <a:pt x="18" y="29"/>
                    <a:pt x="18" y="28"/>
                    <a:pt x="18" y="27"/>
                  </a:cubicBezTo>
                  <a:cubicBezTo>
                    <a:pt x="18" y="27"/>
                    <a:pt x="18" y="27"/>
                    <a:pt x="18" y="27"/>
                  </a:cubicBezTo>
                  <a:cubicBezTo>
                    <a:pt x="18" y="27"/>
                    <a:pt x="18" y="27"/>
                    <a:pt x="18" y="27"/>
                  </a:cubicBezTo>
                  <a:cubicBezTo>
                    <a:pt x="18" y="27"/>
                    <a:pt x="18" y="27"/>
                    <a:pt x="18" y="27"/>
                  </a:cubicBezTo>
                  <a:cubicBezTo>
                    <a:pt x="18" y="27"/>
                    <a:pt x="18" y="27"/>
                    <a:pt x="18" y="27"/>
                  </a:cubicBezTo>
                  <a:cubicBezTo>
                    <a:pt x="18" y="27"/>
                    <a:pt x="18" y="27"/>
                    <a:pt x="18" y="27"/>
                  </a:cubicBezTo>
                  <a:cubicBezTo>
                    <a:pt x="18" y="27"/>
                    <a:pt x="18" y="27"/>
                    <a:pt x="18" y="27"/>
                  </a:cubicBezTo>
                  <a:cubicBezTo>
                    <a:pt x="18" y="24"/>
                    <a:pt x="20" y="22"/>
                    <a:pt x="23" y="22"/>
                  </a:cubicBezTo>
                  <a:cubicBezTo>
                    <a:pt x="23" y="22"/>
                    <a:pt x="23" y="23"/>
                    <a:pt x="24" y="23"/>
                  </a:cubicBezTo>
                  <a:cubicBezTo>
                    <a:pt x="24" y="23"/>
                    <a:pt x="25" y="23"/>
                    <a:pt x="26" y="22"/>
                  </a:cubicBezTo>
                  <a:cubicBezTo>
                    <a:pt x="27" y="22"/>
                    <a:pt x="27" y="21"/>
                    <a:pt x="27" y="20"/>
                  </a:cubicBezTo>
                  <a:cubicBezTo>
                    <a:pt x="27" y="20"/>
                    <a:pt x="27" y="20"/>
                    <a:pt x="27" y="20"/>
                  </a:cubicBezTo>
                  <a:cubicBezTo>
                    <a:pt x="27" y="16"/>
                    <a:pt x="30" y="14"/>
                    <a:pt x="33" y="14"/>
                  </a:cubicBezTo>
                  <a:cubicBezTo>
                    <a:pt x="34" y="14"/>
                    <a:pt x="35" y="14"/>
                    <a:pt x="36" y="14"/>
                  </a:cubicBezTo>
                  <a:cubicBezTo>
                    <a:pt x="37" y="15"/>
                    <a:pt x="38" y="15"/>
                    <a:pt x="39" y="15"/>
                  </a:cubicBezTo>
                  <a:cubicBezTo>
                    <a:pt x="39" y="15"/>
                    <a:pt x="39" y="15"/>
                    <a:pt x="39" y="15"/>
                  </a:cubicBezTo>
                  <a:cubicBezTo>
                    <a:pt x="41" y="18"/>
                    <a:pt x="43" y="20"/>
                    <a:pt x="46" y="22"/>
                  </a:cubicBezTo>
                  <a:cubicBezTo>
                    <a:pt x="47" y="22"/>
                    <a:pt x="47" y="23"/>
                    <a:pt x="48" y="23"/>
                  </a:cubicBezTo>
                  <a:cubicBezTo>
                    <a:pt x="49" y="28"/>
                    <a:pt x="52" y="32"/>
                    <a:pt x="56" y="35"/>
                  </a:cubicBezTo>
                  <a:cubicBezTo>
                    <a:pt x="56" y="35"/>
                    <a:pt x="56" y="35"/>
                    <a:pt x="56" y="35"/>
                  </a:cubicBezTo>
                  <a:cubicBezTo>
                    <a:pt x="57" y="40"/>
                    <a:pt x="60" y="45"/>
                    <a:pt x="64" y="47"/>
                  </a:cubicBezTo>
                  <a:cubicBezTo>
                    <a:pt x="65" y="48"/>
                    <a:pt x="67" y="49"/>
                    <a:pt x="68" y="49"/>
                  </a:cubicBezTo>
                  <a:cubicBezTo>
                    <a:pt x="68" y="49"/>
                    <a:pt x="68" y="50"/>
                    <a:pt x="68" y="50"/>
                  </a:cubicBezTo>
                  <a:cubicBezTo>
                    <a:pt x="68" y="50"/>
                    <a:pt x="68" y="50"/>
                    <a:pt x="68" y="50"/>
                  </a:cubicBezTo>
                  <a:cubicBezTo>
                    <a:pt x="65" y="57"/>
                    <a:pt x="65" y="57"/>
                    <a:pt x="65" y="57"/>
                  </a:cubicBezTo>
                  <a:cubicBezTo>
                    <a:pt x="65" y="57"/>
                    <a:pt x="64" y="57"/>
                    <a:pt x="64" y="57"/>
                  </a:cubicBezTo>
                  <a:cubicBezTo>
                    <a:pt x="60" y="55"/>
                    <a:pt x="58" y="51"/>
                    <a:pt x="60" y="47"/>
                  </a:cubicBezTo>
                  <a:close/>
                  <a:moveTo>
                    <a:pt x="67" y="42"/>
                  </a:moveTo>
                  <a:cubicBezTo>
                    <a:pt x="65" y="41"/>
                    <a:pt x="63" y="39"/>
                    <a:pt x="62" y="37"/>
                  </a:cubicBezTo>
                  <a:cubicBezTo>
                    <a:pt x="62" y="37"/>
                    <a:pt x="63" y="37"/>
                    <a:pt x="63" y="37"/>
                  </a:cubicBezTo>
                  <a:cubicBezTo>
                    <a:pt x="63" y="37"/>
                    <a:pt x="64" y="37"/>
                    <a:pt x="64" y="37"/>
                  </a:cubicBezTo>
                  <a:cubicBezTo>
                    <a:pt x="65" y="37"/>
                    <a:pt x="65" y="37"/>
                    <a:pt x="65" y="37"/>
                  </a:cubicBezTo>
                  <a:cubicBezTo>
                    <a:pt x="66" y="37"/>
                    <a:pt x="68" y="37"/>
                    <a:pt x="69" y="38"/>
                  </a:cubicBezTo>
                  <a:cubicBezTo>
                    <a:pt x="71" y="40"/>
                    <a:pt x="73" y="42"/>
                    <a:pt x="74" y="44"/>
                  </a:cubicBezTo>
                  <a:cubicBezTo>
                    <a:pt x="71" y="44"/>
                    <a:pt x="69" y="44"/>
                    <a:pt x="67" y="42"/>
                  </a:cubicBezTo>
                  <a:close/>
                  <a:moveTo>
                    <a:pt x="66" y="31"/>
                  </a:moveTo>
                  <a:cubicBezTo>
                    <a:pt x="66" y="31"/>
                    <a:pt x="65" y="31"/>
                    <a:pt x="65" y="31"/>
                  </a:cubicBezTo>
                  <a:cubicBezTo>
                    <a:pt x="64" y="31"/>
                    <a:pt x="64" y="31"/>
                    <a:pt x="63" y="31"/>
                  </a:cubicBezTo>
                  <a:cubicBezTo>
                    <a:pt x="62" y="31"/>
                    <a:pt x="60" y="30"/>
                    <a:pt x="59" y="30"/>
                  </a:cubicBezTo>
                  <a:cubicBezTo>
                    <a:pt x="57" y="29"/>
                    <a:pt x="55" y="27"/>
                    <a:pt x="54" y="24"/>
                  </a:cubicBezTo>
                  <a:cubicBezTo>
                    <a:pt x="57" y="24"/>
                    <a:pt x="59" y="24"/>
                    <a:pt x="61" y="26"/>
                  </a:cubicBezTo>
                  <a:cubicBezTo>
                    <a:pt x="64" y="27"/>
                    <a:pt x="65" y="29"/>
                    <a:pt x="66" y="31"/>
                  </a:cubicBezTo>
                  <a:close/>
                  <a:moveTo>
                    <a:pt x="56" y="18"/>
                  </a:moveTo>
                  <a:cubicBezTo>
                    <a:pt x="54" y="19"/>
                    <a:pt x="51" y="18"/>
                    <a:pt x="49" y="17"/>
                  </a:cubicBezTo>
                  <a:cubicBezTo>
                    <a:pt x="47" y="16"/>
                    <a:pt x="45" y="14"/>
                    <a:pt x="44" y="12"/>
                  </a:cubicBezTo>
                  <a:cubicBezTo>
                    <a:pt x="46" y="11"/>
                    <a:pt x="49" y="12"/>
                    <a:pt x="51" y="13"/>
                  </a:cubicBezTo>
                  <a:cubicBezTo>
                    <a:pt x="53" y="14"/>
                    <a:pt x="55" y="16"/>
                    <a:pt x="56" y="1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7" name="Google Shape;367;p14"/>
            <p:cNvSpPr/>
            <p:nvPr/>
          </p:nvSpPr>
          <p:spPr>
            <a:xfrm>
              <a:off x="5870497" y="4000457"/>
              <a:ext cx="16547" cy="15443"/>
            </a:xfrm>
            <a:custGeom>
              <a:rect b="b" l="l" r="r" t="t"/>
              <a:pathLst>
                <a:path extrusionOk="0" h="6" w="6">
                  <a:moveTo>
                    <a:pt x="3" y="0"/>
                  </a:moveTo>
                  <a:cubicBezTo>
                    <a:pt x="2" y="0"/>
                    <a:pt x="1" y="1"/>
                    <a:pt x="1" y="1"/>
                  </a:cubicBezTo>
                  <a:cubicBezTo>
                    <a:pt x="0" y="2"/>
                    <a:pt x="0" y="3"/>
                    <a:pt x="0" y="3"/>
                  </a:cubicBezTo>
                  <a:cubicBezTo>
                    <a:pt x="0" y="4"/>
                    <a:pt x="0" y="5"/>
                    <a:pt x="1" y="5"/>
                  </a:cubicBezTo>
                  <a:cubicBezTo>
                    <a:pt x="1" y="6"/>
                    <a:pt x="2" y="6"/>
                    <a:pt x="3" y="6"/>
                  </a:cubicBezTo>
                  <a:cubicBezTo>
                    <a:pt x="4" y="6"/>
                    <a:pt x="4" y="6"/>
                    <a:pt x="5" y="5"/>
                  </a:cubicBezTo>
                  <a:cubicBezTo>
                    <a:pt x="5" y="5"/>
                    <a:pt x="6" y="4"/>
                    <a:pt x="6" y="3"/>
                  </a:cubicBezTo>
                  <a:cubicBezTo>
                    <a:pt x="6" y="3"/>
                    <a:pt x="5" y="2"/>
                    <a:pt x="5" y="1"/>
                  </a:cubicBezTo>
                  <a:cubicBezTo>
                    <a:pt x="4" y="1"/>
                    <a:pt x="4"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68" name="Google Shape;368;p14"/>
          <p:cNvGrpSpPr/>
          <p:nvPr/>
        </p:nvGrpSpPr>
        <p:grpSpPr>
          <a:xfrm>
            <a:off x="5012489" y="1354785"/>
            <a:ext cx="376155" cy="378361"/>
            <a:chOff x="6455136" y="2584086"/>
            <a:chExt cx="376155" cy="378361"/>
          </a:xfrm>
        </p:grpSpPr>
        <p:sp>
          <p:nvSpPr>
            <p:cNvPr id="369" name="Google Shape;369;p14"/>
            <p:cNvSpPr/>
            <p:nvPr/>
          </p:nvSpPr>
          <p:spPr>
            <a:xfrm>
              <a:off x="6455136" y="2584086"/>
              <a:ext cx="376155" cy="378361"/>
            </a:xfrm>
            <a:custGeom>
              <a:rect b="b" l="l" r="r" t="t"/>
              <a:pathLst>
                <a:path extrusionOk="0" h="144" w="144">
                  <a:moveTo>
                    <a:pt x="129" y="107"/>
                  </a:moveTo>
                  <a:cubicBezTo>
                    <a:pt x="129" y="46"/>
                    <a:pt x="129" y="46"/>
                    <a:pt x="129" y="46"/>
                  </a:cubicBezTo>
                  <a:cubicBezTo>
                    <a:pt x="129" y="45"/>
                    <a:pt x="128" y="44"/>
                    <a:pt x="128" y="44"/>
                  </a:cubicBezTo>
                  <a:cubicBezTo>
                    <a:pt x="121" y="39"/>
                    <a:pt x="121" y="39"/>
                    <a:pt x="121" y="39"/>
                  </a:cubicBezTo>
                  <a:cubicBezTo>
                    <a:pt x="126" y="35"/>
                    <a:pt x="126" y="35"/>
                    <a:pt x="126" y="35"/>
                  </a:cubicBezTo>
                  <a:cubicBezTo>
                    <a:pt x="127" y="35"/>
                    <a:pt x="127" y="34"/>
                    <a:pt x="127" y="33"/>
                  </a:cubicBezTo>
                  <a:cubicBezTo>
                    <a:pt x="127" y="32"/>
                    <a:pt x="127" y="31"/>
                    <a:pt x="126" y="31"/>
                  </a:cubicBezTo>
                  <a:cubicBezTo>
                    <a:pt x="121" y="27"/>
                    <a:pt x="121" y="27"/>
                    <a:pt x="121" y="27"/>
                  </a:cubicBezTo>
                  <a:cubicBezTo>
                    <a:pt x="121" y="25"/>
                    <a:pt x="121" y="25"/>
                    <a:pt x="121" y="25"/>
                  </a:cubicBezTo>
                  <a:cubicBezTo>
                    <a:pt x="126" y="25"/>
                    <a:pt x="126" y="25"/>
                    <a:pt x="126" y="25"/>
                  </a:cubicBezTo>
                  <a:cubicBezTo>
                    <a:pt x="128" y="25"/>
                    <a:pt x="129" y="24"/>
                    <a:pt x="129" y="22"/>
                  </a:cubicBezTo>
                  <a:cubicBezTo>
                    <a:pt x="129" y="17"/>
                    <a:pt x="129" y="17"/>
                    <a:pt x="129" y="17"/>
                  </a:cubicBezTo>
                  <a:cubicBezTo>
                    <a:pt x="129" y="8"/>
                    <a:pt x="121" y="0"/>
                    <a:pt x="112" y="0"/>
                  </a:cubicBezTo>
                  <a:cubicBezTo>
                    <a:pt x="17" y="0"/>
                    <a:pt x="17" y="0"/>
                    <a:pt x="17" y="0"/>
                  </a:cubicBezTo>
                  <a:cubicBezTo>
                    <a:pt x="17" y="0"/>
                    <a:pt x="17" y="0"/>
                    <a:pt x="17" y="0"/>
                  </a:cubicBezTo>
                  <a:cubicBezTo>
                    <a:pt x="17" y="0"/>
                    <a:pt x="17" y="0"/>
                    <a:pt x="16" y="0"/>
                  </a:cubicBezTo>
                  <a:cubicBezTo>
                    <a:pt x="12" y="0"/>
                    <a:pt x="8" y="3"/>
                    <a:pt x="5" y="6"/>
                  </a:cubicBezTo>
                  <a:cubicBezTo>
                    <a:pt x="2" y="10"/>
                    <a:pt x="0" y="15"/>
                    <a:pt x="0" y="20"/>
                  </a:cubicBezTo>
                  <a:cubicBezTo>
                    <a:pt x="0" y="30"/>
                    <a:pt x="7" y="37"/>
                    <a:pt x="14" y="37"/>
                  </a:cubicBezTo>
                  <a:cubicBezTo>
                    <a:pt x="30" y="37"/>
                    <a:pt x="30" y="37"/>
                    <a:pt x="30" y="37"/>
                  </a:cubicBezTo>
                  <a:cubicBezTo>
                    <a:pt x="30" y="82"/>
                    <a:pt x="30" y="82"/>
                    <a:pt x="30" y="82"/>
                  </a:cubicBezTo>
                  <a:cubicBezTo>
                    <a:pt x="30" y="83"/>
                    <a:pt x="30" y="84"/>
                    <a:pt x="31" y="84"/>
                  </a:cubicBezTo>
                  <a:cubicBezTo>
                    <a:pt x="36" y="88"/>
                    <a:pt x="36" y="88"/>
                    <a:pt x="36" y="88"/>
                  </a:cubicBezTo>
                  <a:cubicBezTo>
                    <a:pt x="31" y="93"/>
                    <a:pt x="31" y="93"/>
                    <a:pt x="31" y="93"/>
                  </a:cubicBezTo>
                  <a:cubicBezTo>
                    <a:pt x="30" y="93"/>
                    <a:pt x="30" y="94"/>
                    <a:pt x="30" y="95"/>
                  </a:cubicBezTo>
                  <a:cubicBezTo>
                    <a:pt x="30" y="119"/>
                    <a:pt x="30" y="119"/>
                    <a:pt x="30" y="119"/>
                  </a:cubicBezTo>
                  <a:cubicBezTo>
                    <a:pt x="30" y="119"/>
                    <a:pt x="30" y="119"/>
                    <a:pt x="30" y="120"/>
                  </a:cubicBezTo>
                  <a:cubicBezTo>
                    <a:pt x="30" y="120"/>
                    <a:pt x="30" y="120"/>
                    <a:pt x="30" y="120"/>
                  </a:cubicBezTo>
                  <a:cubicBezTo>
                    <a:pt x="30" y="127"/>
                    <a:pt x="31" y="133"/>
                    <a:pt x="35" y="137"/>
                  </a:cubicBezTo>
                  <a:cubicBezTo>
                    <a:pt x="38" y="141"/>
                    <a:pt x="43" y="144"/>
                    <a:pt x="48" y="144"/>
                  </a:cubicBezTo>
                  <a:cubicBezTo>
                    <a:pt x="125" y="144"/>
                    <a:pt x="125" y="144"/>
                    <a:pt x="125" y="144"/>
                  </a:cubicBezTo>
                  <a:cubicBezTo>
                    <a:pt x="135" y="144"/>
                    <a:pt x="143" y="136"/>
                    <a:pt x="144" y="126"/>
                  </a:cubicBezTo>
                  <a:cubicBezTo>
                    <a:pt x="144" y="117"/>
                    <a:pt x="138" y="109"/>
                    <a:pt x="129" y="107"/>
                  </a:cubicBezTo>
                  <a:close/>
                  <a:moveTo>
                    <a:pt x="23" y="32"/>
                  </a:moveTo>
                  <a:cubicBezTo>
                    <a:pt x="24" y="30"/>
                    <a:pt x="25" y="28"/>
                    <a:pt x="25" y="26"/>
                  </a:cubicBezTo>
                  <a:cubicBezTo>
                    <a:pt x="25" y="20"/>
                    <a:pt x="21" y="16"/>
                    <a:pt x="15" y="15"/>
                  </a:cubicBezTo>
                  <a:cubicBezTo>
                    <a:pt x="13" y="15"/>
                    <a:pt x="12" y="16"/>
                    <a:pt x="12" y="18"/>
                  </a:cubicBezTo>
                  <a:cubicBezTo>
                    <a:pt x="12" y="20"/>
                    <a:pt x="13" y="21"/>
                    <a:pt x="15" y="21"/>
                  </a:cubicBezTo>
                  <a:cubicBezTo>
                    <a:pt x="17" y="21"/>
                    <a:pt x="19" y="23"/>
                    <a:pt x="19" y="26"/>
                  </a:cubicBezTo>
                  <a:cubicBezTo>
                    <a:pt x="19" y="30"/>
                    <a:pt x="17" y="32"/>
                    <a:pt x="14" y="32"/>
                  </a:cubicBezTo>
                  <a:cubicBezTo>
                    <a:pt x="10" y="32"/>
                    <a:pt x="6" y="26"/>
                    <a:pt x="6" y="20"/>
                  </a:cubicBezTo>
                  <a:cubicBezTo>
                    <a:pt x="6" y="12"/>
                    <a:pt x="11" y="6"/>
                    <a:pt x="16" y="6"/>
                  </a:cubicBezTo>
                  <a:cubicBezTo>
                    <a:pt x="20" y="6"/>
                    <a:pt x="24" y="7"/>
                    <a:pt x="26" y="10"/>
                  </a:cubicBezTo>
                  <a:cubicBezTo>
                    <a:pt x="28" y="13"/>
                    <a:pt x="30" y="17"/>
                    <a:pt x="30" y="24"/>
                  </a:cubicBezTo>
                  <a:cubicBezTo>
                    <a:pt x="30" y="32"/>
                    <a:pt x="30" y="32"/>
                    <a:pt x="30" y="32"/>
                  </a:cubicBezTo>
                  <a:lnTo>
                    <a:pt x="23" y="32"/>
                  </a:lnTo>
                  <a:close/>
                  <a:moveTo>
                    <a:pt x="39" y="134"/>
                  </a:moveTo>
                  <a:cubicBezTo>
                    <a:pt x="37" y="131"/>
                    <a:pt x="35" y="126"/>
                    <a:pt x="35" y="120"/>
                  </a:cubicBezTo>
                  <a:cubicBezTo>
                    <a:pt x="35" y="120"/>
                    <a:pt x="35" y="120"/>
                    <a:pt x="35" y="120"/>
                  </a:cubicBezTo>
                  <a:cubicBezTo>
                    <a:pt x="35" y="119"/>
                    <a:pt x="35" y="119"/>
                    <a:pt x="35" y="119"/>
                  </a:cubicBezTo>
                  <a:cubicBezTo>
                    <a:pt x="35" y="96"/>
                    <a:pt x="35" y="96"/>
                    <a:pt x="35" y="96"/>
                  </a:cubicBezTo>
                  <a:cubicBezTo>
                    <a:pt x="43" y="89"/>
                    <a:pt x="43" y="89"/>
                    <a:pt x="43" y="89"/>
                  </a:cubicBezTo>
                  <a:cubicBezTo>
                    <a:pt x="44" y="89"/>
                    <a:pt x="44" y="88"/>
                    <a:pt x="44" y="87"/>
                  </a:cubicBezTo>
                  <a:cubicBezTo>
                    <a:pt x="44" y="86"/>
                    <a:pt x="43" y="85"/>
                    <a:pt x="43" y="85"/>
                  </a:cubicBezTo>
                  <a:cubicBezTo>
                    <a:pt x="35" y="80"/>
                    <a:pt x="35" y="80"/>
                    <a:pt x="35" y="80"/>
                  </a:cubicBezTo>
                  <a:cubicBezTo>
                    <a:pt x="35" y="24"/>
                    <a:pt x="35" y="24"/>
                    <a:pt x="35" y="24"/>
                  </a:cubicBezTo>
                  <a:cubicBezTo>
                    <a:pt x="35" y="16"/>
                    <a:pt x="33" y="10"/>
                    <a:pt x="30" y="6"/>
                  </a:cubicBezTo>
                  <a:cubicBezTo>
                    <a:pt x="112" y="6"/>
                    <a:pt x="112" y="6"/>
                    <a:pt x="112" y="6"/>
                  </a:cubicBezTo>
                  <a:cubicBezTo>
                    <a:pt x="118" y="6"/>
                    <a:pt x="123" y="11"/>
                    <a:pt x="123" y="17"/>
                  </a:cubicBezTo>
                  <a:cubicBezTo>
                    <a:pt x="123" y="20"/>
                    <a:pt x="123" y="20"/>
                    <a:pt x="123" y="20"/>
                  </a:cubicBezTo>
                  <a:cubicBezTo>
                    <a:pt x="118" y="20"/>
                    <a:pt x="118" y="20"/>
                    <a:pt x="118" y="20"/>
                  </a:cubicBezTo>
                  <a:cubicBezTo>
                    <a:pt x="117" y="20"/>
                    <a:pt x="116" y="21"/>
                    <a:pt x="116" y="22"/>
                  </a:cubicBezTo>
                  <a:cubicBezTo>
                    <a:pt x="116" y="28"/>
                    <a:pt x="116" y="28"/>
                    <a:pt x="116" y="28"/>
                  </a:cubicBezTo>
                  <a:cubicBezTo>
                    <a:pt x="116" y="29"/>
                    <a:pt x="116" y="30"/>
                    <a:pt x="117" y="31"/>
                  </a:cubicBezTo>
                  <a:cubicBezTo>
                    <a:pt x="120" y="33"/>
                    <a:pt x="120" y="33"/>
                    <a:pt x="120" y="33"/>
                  </a:cubicBezTo>
                  <a:cubicBezTo>
                    <a:pt x="114" y="36"/>
                    <a:pt x="114" y="36"/>
                    <a:pt x="114" y="36"/>
                  </a:cubicBezTo>
                  <a:cubicBezTo>
                    <a:pt x="113" y="37"/>
                    <a:pt x="113" y="38"/>
                    <a:pt x="113" y="39"/>
                  </a:cubicBezTo>
                  <a:cubicBezTo>
                    <a:pt x="113" y="40"/>
                    <a:pt x="113" y="40"/>
                    <a:pt x="114" y="41"/>
                  </a:cubicBezTo>
                  <a:cubicBezTo>
                    <a:pt x="123" y="48"/>
                    <a:pt x="123" y="48"/>
                    <a:pt x="123" y="48"/>
                  </a:cubicBezTo>
                  <a:cubicBezTo>
                    <a:pt x="123" y="107"/>
                    <a:pt x="123" y="107"/>
                    <a:pt x="123" y="107"/>
                  </a:cubicBezTo>
                  <a:cubicBezTo>
                    <a:pt x="52" y="107"/>
                    <a:pt x="52" y="107"/>
                    <a:pt x="52" y="107"/>
                  </a:cubicBezTo>
                  <a:cubicBezTo>
                    <a:pt x="52" y="107"/>
                    <a:pt x="52" y="107"/>
                    <a:pt x="52" y="107"/>
                  </a:cubicBezTo>
                  <a:cubicBezTo>
                    <a:pt x="51" y="107"/>
                    <a:pt x="51" y="107"/>
                    <a:pt x="51" y="107"/>
                  </a:cubicBezTo>
                  <a:cubicBezTo>
                    <a:pt x="45" y="107"/>
                    <a:pt x="40" y="112"/>
                    <a:pt x="40" y="118"/>
                  </a:cubicBezTo>
                  <a:cubicBezTo>
                    <a:pt x="40" y="124"/>
                    <a:pt x="44" y="129"/>
                    <a:pt x="50" y="129"/>
                  </a:cubicBezTo>
                  <a:cubicBezTo>
                    <a:pt x="52" y="129"/>
                    <a:pt x="53" y="128"/>
                    <a:pt x="53" y="126"/>
                  </a:cubicBezTo>
                  <a:cubicBezTo>
                    <a:pt x="53" y="124"/>
                    <a:pt x="52" y="123"/>
                    <a:pt x="50" y="123"/>
                  </a:cubicBezTo>
                  <a:cubicBezTo>
                    <a:pt x="47" y="123"/>
                    <a:pt x="46" y="121"/>
                    <a:pt x="46" y="118"/>
                  </a:cubicBezTo>
                  <a:cubicBezTo>
                    <a:pt x="46" y="114"/>
                    <a:pt x="48" y="112"/>
                    <a:pt x="51" y="112"/>
                  </a:cubicBezTo>
                  <a:cubicBezTo>
                    <a:pt x="55" y="112"/>
                    <a:pt x="59" y="118"/>
                    <a:pt x="59" y="124"/>
                  </a:cubicBezTo>
                  <a:cubicBezTo>
                    <a:pt x="59" y="132"/>
                    <a:pt x="54" y="138"/>
                    <a:pt x="48" y="138"/>
                  </a:cubicBezTo>
                  <a:cubicBezTo>
                    <a:pt x="45" y="138"/>
                    <a:pt x="42" y="137"/>
                    <a:pt x="39" y="134"/>
                  </a:cubicBezTo>
                  <a:close/>
                  <a:moveTo>
                    <a:pt x="125" y="138"/>
                  </a:moveTo>
                  <a:cubicBezTo>
                    <a:pt x="60" y="138"/>
                    <a:pt x="60" y="138"/>
                    <a:pt x="60" y="138"/>
                  </a:cubicBezTo>
                  <a:cubicBezTo>
                    <a:pt x="60" y="138"/>
                    <a:pt x="60" y="138"/>
                    <a:pt x="60" y="138"/>
                  </a:cubicBezTo>
                  <a:cubicBezTo>
                    <a:pt x="63" y="134"/>
                    <a:pt x="64" y="130"/>
                    <a:pt x="64" y="125"/>
                  </a:cubicBezTo>
                  <a:cubicBezTo>
                    <a:pt x="108" y="125"/>
                    <a:pt x="108" y="125"/>
                    <a:pt x="108" y="125"/>
                  </a:cubicBezTo>
                  <a:cubicBezTo>
                    <a:pt x="110" y="125"/>
                    <a:pt x="111" y="123"/>
                    <a:pt x="111" y="122"/>
                  </a:cubicBezTo>
                  <a:cubicBezTo>
                    <a:pt x="111" y="120"/>
                    <a:pt x="110" y="119"/>
                    <a:pt x="108" y="119"/>
                  </a:cubicBezTo>
                  <a:cubicBezTo>
                    <a:pt x="64" y="119"/>
                    <a:pt x="64" y="119"/>
                    <a:pt x="64" y="119"/>
                  </a:cubicBezTo>
                  <a:cubicBezTo>
                    <a:pt x="63" y="117"/>
                    <a:pt x="62" y="114"/>
                    <a:pt x="61" y="112"/>
                  </a:cubicBezTo>
                  <a:cubicBezTo>
                    <a:pt x="125" y="112"/>
                    <a:pt x="125" y="112"/>
                    <a:pt x="125" y="112"/>
                  </a:cubicBezTo>
                  <a:cubicBezTo>
                    <a:pt x="133" y="112"/>
                    <a:pt x="138" y="118"/>
                    <a:pt x="138" y="125"/>
                  </a:cubicBezTo>
                  <a:cubicBezTo>
                    <a:pt x="138" y="132"/>
                    <a:pt x="133" y="138"/>
                    <a:pt x="125" y="13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0" name="Google Shape;370;p14"/>
            <p:cNvSpPr/>
            <p:nvPr/>
          </p:nvSpPr>
          <p:spPr>
            <a:xfrm>
              <a:off x="6588610" y="2641447"/>
              <a:ext cx="13237" cy="16547"/>
            </a:xfrm>
            <a:custGeom>
              <a:rect b="b" l="l" r="r" t="t"/>
              <a:pathLst>
                <a:path extrusionOk="0" h="6" w="5">
                  <a:moveTo>
                    <a:pt x="3" y="6"/>
                  </a:moveTo>
                  <a:cubicBezTo>
                    <a:pt x="3" y="6"/>
                    <a:pt x="4" y="5"/>
                    <a:pt x="4" y="5"/>
                  </a:cubicBezTo>
                  <a:cubicBezTo>
                    <a:pt x="5" y="4"/>
                    <a:pt x="5" y="4"/>
                    <a:pt x="5" y="3"/>
                  </a:cubicBezTo>
                  <a:cubicBezTo>
                    <a:pt x="5" y="2"/>
                    <a:pt x="5" y="2"/>
                    <a:pt x="4" y="1"/>
                  </a:cubicBezTo>
                  <a:cubicBezTo>
                    <a:pt x="4" y="0"/>
                    <a:pt x="3" y="0"/>
                    <a:pt x="3" y="0"/>
                  </a:cubicBezTo>
                  <a:cubicBezTo>
                    <a:pt x="2" y="0"/>
                    <a:pt x="1" y="0"/>
                    <a:pt x="1" y="1"/>
                  </a:cubicBezTo>
                  <a:cubicBezTo>
                    <a:pt x="0" y="2"/>
                    <a:pt x="0" y="2"/>
                    <a:pt x="0" y="3"/>
                  </a:cubicBezTo>
                  <a:cubicBezTo>
                    <a:pt x="0" y="4"/>
                    <a:pt x="0" y="4"/>
                    <a:pt x="1" y="5"/>
                  </a:cubicBezTo>
                  <a:cubicBezTo>
                    <a:pt x="1" y="5"/>
                    <a:pt x="2" y="6"/>
                    <a:pt x="3"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1" name="Google Shape;371;p14"/>
            <p:cNvSpPr/>
            <p:nvPr/>
          </p:nvSpPr>
          <p:spPr>
            <a:xfrm>
              <a:off x="6619497" y="2641447"/>
              <a:ext cx="120237" cy="16547"/>
            </a:xfrm>
            <a:custGeom>
              <a:rect b="b" l="l" r="r" t="t"/>
              <a:pathLst>
                <a:path extrusionOk="0" h="6" w="46">
                  <a:moveTo>
                    <a:pt x="2" y="6"/>
                  </a:moveTo>
                  <a:cubicBezTo>
                    <a:pt x="43" y="6"/>
                    <a:pt x="43" y="6"/>
                    <a:pt x="43" y="6"/>
                  </a:cubicBezTo>
                  <a:cubicBezTo>
                    <a:pt x="44" y="6"/>
                    <a:pt x="46" y="5"/>
                    <a:pt x="46" y="3"/>
                  </a:cubicBezTo>
                  <a:cubicBezTo>
                    <a:pt x="46" y="1"/>
                    <a:pt x="44" y="0"/>
                    <a:pt x="43" y="0"/>
                  </a:cubicBezTo>
                  <a:cubicBezTo>
                    <a:pt x="2" y="0"/>
                    <a:pt x="2" y="0"/>
                    <a:pt x="2" y="0"/>
                  </a:cubicBezTo>
                  <a:cubicBezTo>
                    <a:pt x="1" y="0"/>
                    <a:pt x="0" y="1"/>
                    <a:pt x="0" y="3"/>
                  </a:cubicBezTo>
                  <a:cubicBezTo>
                    <a:pt x="0" y="5"/>
                    <a:pt x="1" y="6"/>
                    <a:pt x="2"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2" name="Google Shape;372;p14"/>
            <p:cNvSpPr/>
            <p:nvPr/>
          </p:nvSpPr>
          <p:spPr>
            <a:xfrm>
              <a:off x="6588610" y="2684468"/>
              <a:ext cx="151124" cy="12134"/>
            </a:xfrm>
            <a:custGeom>
              <a:rect b="b" l="l" r="r" t="t"/>
              <a:pathLst>
                <a:path extrusionOk="0" h="5" w="58">
                  <a:moveTo>
                    <a:pt x="3" y="5"/>
                  </a:moveTo>
                  <a:cubicBezTo>
                    <a:pt x="55" y="5"/>
                    <a:pt x="55" y="5"/>
                    <a:pt x="55" y="5"/>
                  </a:cubicBezTo>
                  <a:cubicBezTo>
                    <a:pt x="56" y="5"/>
                    <a:pt x="58" y="4"/>
                    <a:pt x="58" y="3"/>
                  </a:cubicBezTo>
                  <a:cubicBezTo>
                    <a:pt x="58" y="1"/>
                    <a:pt x="56" y="0"/>
                    <a:pt x="55" y="0"/>
                  </a:cubicBezTo>
                  <a:cubicBezTo>
                    <a:pt x="3" y="0"/>
                    <a:pt x="3" y="0"/>
                    <a:pt x="3" y="0"/>
                  </a:cubicBezTo>
                  <a:cubicBezTo>
                    <a:pt x="1" y="0"/>
                    <a:pt x="0" y="1"/>
                    <a:pt x="0" y="3"/>
                  </a:cubicBezTo>
                  <a:cubicBezTo>
                    <a:pt x="0" y="4"/>
                    <a:pt x="1" y="5"/>
                    <a:pt x="3"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3" name="Google Shape;373;p14"/>
            <p:cNvSpPr/>
            <p:nvPr/>
          </p:nvSpPr>
          <p:spPr>
            <a:xfrm>
              <a:off x="6588610" y="2726385"/>
              <a:ext cx="151124" cy="12134"/>
            </a:xfrm>
            <a:custGeom>
              <a:rect b="b" l="l" r="r" t="t"/>
              <a:pathLst>
                <a:path extrusionOk="0" h="5" w="58">
                  <a:moveTo>
                    <a:pt x="3" y="5"/>
                  </a:moveTo>
                  <a:cubicBezTo>
                    <a:pt x="55" y="5"/>
                    <a:pt x="55" y="5"/>
                    <a:pt x="55" y="5"/>
                  </a:cubicBezTo>
                  <a:cubicBezTo>
                    <a:pt x="56" y="5"/>
                    <a:pt x="58" y="4"/>
                    <a:pt x="58" y="2"/>
                  </a:cubicBezTo>
                  <a:cubicBezTo>
                    <a:pt x="58" y="1"/>
                    <a:pt x="56" y="0"/>
                    <a:pt x="55" y="0"/>
                  </a:cubicBezTo>
                  <a:cubicBezTo>
                    <a:pt x="3" y="0"/>
                    <a:pt x="3" y="0"/>
                    <a:pt x="3" y="0"/>
                  </a:cubicBezTo>
                  <a:cubicBezTo>
                    <a:pt x="1" y="0"/>
                    <a:pt x="0" y="1"/>
                    <a:pt x="0" y="2"/>
                  </a:cubicBezTo>
                  <a:cubicBezTo>
                    <a:pt x="0" y="4"/>
                    <a:pt x="1" y="5"/>
                    <a:pt x="3"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4" name="Google Shape;374;p14"/>
            <p:cNvSpPr/>
            <p:nvPr/>
          </p:nvSpPr>
          <p:spPr>
            <a:xfrm>
              <a:off x="6588610" y="2764993"/>
              <a:ext cx="151124" cy="15443"/>
            </a:xfrm>
            <a:custGeom>
              <a:rect b="b" l="l" r="r" t="t"/>
              <a:pathLst>
                <a:path extrusionOk="0" h="6" w="58">
                  <a:moveTo>
                    <a:pt x="3" y="6"/>
                  </a:moveTo>
                  <a:cubicBezTo>
                    <a:pt x="55" y="6"/>
                    <a:pt x="55" y="6"/>
                    <a:pt x="55" y="6"/>
                  </a:cubicBezTo>
                  <a:cubicBezTo>
                    <a:pt x="56" y="6"/>
                    <a:pt x="58" y="5"/>
                    <a:pt x="58" y="3"/>
                  </a:cubicBezTo>
                  <a:cubicBezTo>
                    <a:pt x="58" y="1"/>
                    <a:pt x="56" y="0"/>
                    <a:pt x="55" y="0"/>
                  </a:cubicBezTo>
                  <a:cubicBezTo>
                    <a:pt x="3" y="0"/>
                    <a:pt x="3" y="0"/>
                    <a:pt x="3" y="0"/>
                  </a:cubicBezTo>
                  <a:cubicBezTo>
                    <a:pt x="1" y="0"/>
                    <a:pt x="0" y="1"/>
                    <a:pt x="0" y="3"/>
                  </a:cubicBezTo>
                  <a:cubicBezTo>
                    <a:pt x="0" y="5"/>
                    <a:pt x="1" y="6"/>
                    <a:pt x="3"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5" name="Google Shape;375;p14"/>
            <p:cNvSpPr/>
            <p:nvPr/>
          </p:nvSpPr>
          <p:spPr>
            <a:xfrm>
              <a:off x="6588610" y="2806911"/>
              <a:ext cx="151124" cy="16547"/>
            </a:xfrm>
            <a:custGeom>
              <a:rect b="b" l="l" r="r" t="t"/>
              <a:pathLst>
                <a:path extrusionOk="0" h="6" w="58">
                  <a:moveTo>
                    <a:pt x="3" y="6"/>
                  </a:moveTo>
                  <a:cubicBezTo>
                    <a:pt x="55" y="6"/>
                    <a:pt x="55" y="6"/>
                    <a:pt x="55" y="6"/>
                  </a:cubicBezTo>
                  <a:cubicBezTo>
                    <a:pt x="56" y="6"/>
                    <a:pt x="58" y="4"/>
                    <a:pt x="58" y="3"/>
                  </a:cubicBezTo>
                  <a:cubicBezTo>
                    <a:pt x="58" y="1"/>
                    <a:pt x="56" y="0"/>
                    <a:pt x="55" y="0"/>
                  </a:cubicBezTo>
                  <a:cubicBezTo>
                    <a:pt x="3" y="0"/>
                    <a:pt x="3" y="0"/>
                    <a:pt x="3" y="0"/>
                  </a:cubicBezTo>
                  <a:cubicBezTo>
                    <a:pt x="1" y="0"/>
                    <a:pt x="0" y="1"/>
                    <a:pt x="0" y="3"/>
                  </a:cubicBezTo>
                  <a:cubicBezTo>
                    <a:pt x="0" y="4"/>
                    <a:pt x="1" y="6"/>
                    <a:pt x="3"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6" name="Google Shape;376;p14"/>
            <p:cNvSpPr/>
            <p:nvPr/>
          </p:nvSpPr>
          <p:spPr>
            <a:xfrm>
              <a:off x="6758486" y="2896262"/>
              <a:ext cx="15443" cy="15443"/>
            </a:xfrm>
            <a:custGeom>
              <a:rect b="b" l="l" r="r" t="t"/>
              <a:pathLst>
                <a:path extrusionOk="0" h="6" w="6">
                  <a:moveTo>
                    <a:pt x="3" y="0"/>
                  </a:moveTo>
                  <a:cubicBezTo>
                    <a:pt x="2" y="0"/>
                    <a:pt x="1" y="0"/>
                    <a:pt x="1" y="1"/>
                  </a:cubicBezTo>
                  <a:cubicBezTo>
                    <a:pt x="0" y="1"/>
                    <a:pt x="0" y="2"/>
                    <a:pt x="0" y="3"/>
                  </a:cubicBezTo>
                  <a:cubicBezTo>
                    <a:pt x="0" y="4"/>
                    <a:pt x="0" y="4"/>
                    <a:pt x="1" y="5"/>
                  </a:cubicBezTo>
                  <a:cubicBezTo>
                    <a:pt x="1" y="5"/>
                    <a:pt x="2" y="6"/>
                    <a:pt x="3" y="6"/>
                  </a:cubicBezTo>
                  <a:cubicBezTo>
                    <a:pt x="4" y="6"/>
                    <a:pt x="4" y="5"/>
                    <a:pt x="5" y="5"/>
                  </a:cubicBezTo>
                  <a:cubicBezTo>
                    <a:pt x="5" y="4"/>
                    <a:pt x="6" y="4"/>
                    <a:pt x="6" y="3"/>
                  </a:cubicBezTo>
                  <a:cubicBezTo>
                    <a:pt x="6" y="2"/>
                    <a:pt x="5" y="1"/>
                    <a:pt x="5" y="1"/>
                  </a:cubicBezTo>
                  <a:cubicBezTo>
                    <a:pt x="4" y="0"/>
                    <a:pt x="4"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77" name="Google Shape;377;p14"/>
          <p:cNvGrpSpPr/>
          <p:nvPr/>
        </p:nvGrpSpPr>
        <p:grpSpPr>
          <a:xfrm>
            <a:off x="1687280" y="2949011"/>
            <a:ext cx="377258" cy="286804"/>
            <a:chOff x="726775" y="2022612"/>
            <a:chExt cx="377258" cy="286804"/>
          </a:xfrm>
        </p:grpSpPr>
        <p:sp>
          <p:nvSpPr>
            <p:cNvPr id="378" name="Google Shape;378;p14"/>
            <p:cNvSpPr/>
            <p:nvPr/>
          </p:nvSpPr>
          <p:spPr>
            <a:xfrm>
              <a:off x="758765" y="2046880"/>
              <a:ext cx="13237" cy="17649"/>
            </a:xfrm>
            <a:custGeom>
              <a:rect b="b" l="l" r="r" t="t"/>
              <a:pathLst>
                <a:path extrusionOk="0" h="7" w="5">
                  <a:moveTo>
                    <a:pt x="5" y="4"/>
                  </a:moveTo>
                  <a:cubicBezTo>
                    <a:pt x="5" y="3"/>
                    <a:pt x="5" y="3"/>
                    <a:pt x="5" y="3"/>
                  </a:cubicBezTo>
                  <a:cubicBezTo>
                    <a:pt x="5" y="1"/>
                    <a:pt x="4" y="0"/>
                    <a:pt x="3" y="0"/>
                  </a:cubicBezTo>
                  <a:cubicBezTo>
                    <a:pt x="1" y="0"/>
                    <a:pt x="0" y="1"/>
                    <a:pt x="0" y="3"/>
                  </a:cubicBezTo>
                  <a:cubicBezTo>
                    <a:pt x="0" y="4"/>
                    <a:pt x="0" y="4"/>
                    <a:pt x="0" y="4"/>
                  </a:cubicBezTo>
                  <a:cubicBezTo>
                    <a:pt x="0" y="6"/>
                    <a:pt x="1" y="7"/>
                    <a:pt x="3" y="7"/>
                  </a:cubicBezTo>
                  <a:cubicBezTo>
                    <a:pt x="4" y="7"/>
                    <a:pt x="5" y="6"/>
                    <a:pt x="5" y="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9" name="Google Shape;379;p14"/>
            <p:cNvSpPr/>
            <p:nvPr/>
          </p:nvSpPr>
          <p:spPr>
            <a:xfrm>
              <a:off x="792961" y="2046880"/>
              <a:ext cx="15443" cy="17649"/>
            </a:xfrm>
            <a:custGeom>
              <a:rect b="b" l="l" r="r" t="t"/>
              <a:pathLst>
                <a:path extrusionOk="0" h="7" w="6">
                  <a:moveTo>
                    <a:pt x="6" y="4"/>
                  </a:moveTo>
                  <a:cubicBezTo>
                    <a:pt x="6" y="3"/>
                    <a:pt x="6" y="3"/>
                    <a:pt x="6" y="3"/>
                  </a:cubicBezTo>
                  <a:cubicBezTo>
                    <a:pt x="6" y="1"/>
                    <a:pt x="5" y="0"/>
                    <a:pt x="3" y="0"/>
                  </a:cubicBezTo>
                  <a:cubicBezTo>
                    <a:pt x="2" y="0"/>
                    <a:pt x="0" y="1"/>
                    <a:pt x="0" y="3"/>
                  </a:cubicBezTo>
                  <a:cubicBezTo>
                    <a:pt x="0" y="4"/>
                    <a:pt x="0" y="4"/>
                    <a:pt x="0" y="4"/>
                  </a:cubicBezTo>
                  <a:cubicBezTo>
                    <a:pt x="0" y="6"/>
                    <a:pt x="2" y="7"/>
                    <a:pt x="3" y="7"/>
                  </a:cubicBezTo>
                  <a:cubicBezTo>
                    <a:pt x="5" y="7"/>
                    <a:pt x="6" y="6"/>
                    <a:pt x="6" y="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0" name="Google Shape;380;p14"/>
            <p:cNvSpPr/>
            <p:nvPr/>
          </p:nvSpPr>
          <p:spPr>
            <a:xfrm>
              <a:off x="829363" y="2046880"/>
              <a:ext cx="13237" cy="17649"/>
            </a:xfrm>
            <a:custGeom>
              <a:rect b="b" l="l" r="r" t="t"/>
              <a:pathLst>
                <a:path extrusionOk="0" h="7" w="5">
                  <a:moveTo>
                    <a:pt x="5" y="4"/>
                  </a:moveTo>
                  <a:cubicBezTo>
                    <a:pt x="5" y="3"/>
                    <a:pt x="5" y="3"/>
                    <a:pt x="5" y="3"/>
                  </a:cubicBezTo>
                  <a:cubicBezTo>
                    <a:pt x="5" y="1"/>
                    <a:pt x="4" y="0"/>
                    <a:pt x="3" y="0"/>
                  </a:cubicBezTo>
                  <a:cubicBezTo>
                    <a:pt x="1" y="0"/>
                    <a:pt x="0" y="1"/>
                    <a:pt x="0" y="3"/>
                  </a:cubicBezTo>
                  <a:cubicBezTo>
                    <a:pt x="0" y="4"/>
                    <a:pt x="0" y="4"/>
                    <a:pt x="0" y="4"/>
                  </a:cubicBezTo>
                  <a:cubicBezTo>
                    <a:pt x="0" y="6"/>
                    <a:pt x="1" y="7"/>
                    <a:pt x="3" y="7"/>
                  </a:cubicBezTo>
                  <a:cubicBezTo>
                    <a:pt x="4" y="7"/>
                    <a:pt x="5" y="6"/>
                    <a:pt x="5" y="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1" name="Google Shape;381;p14"/>
            <p:cNvSpPr/>
            <p:nvPr/>
          </p:nvSpPr>
          <p:spPr>
            <a:xfrm>
              <a:off x="1010270" y="2088798"/>
              <a:ext cx="15443" cy="13237"/>
            </a:xfrm>
            <a:custGeom>
              <a:rect b="b" l="l" r="r" t="t"/>
              <a:pathLst>
                <a:path extrusionOk="0" h="5" w="6">
                  <a:moveTo>
                    <a:pt x="3" y="5"/>
                  </a:moveTo>
                  <a:cubicBezTo>
                    <a:pt x="4" y="5"/>
                    <a:pt x="5" y="5"/>
                    <a:pt x="5" y="5"/>
                  </a:cubicBezTo>
                  <a:cubicBezTo>
                    <a:pt x="6" y="4"/>
                    <a:pt x="6" y="3"/>
                    <a:pt x="6" y="3"/>
                  </a:cubicBezTo>
                  <a:cubicBezTo>
                    <a:pt x="6" y="2"/>
                    <a:pt x="6" y="1"/>
                    <a:pt x="5" y="1"/>
                  </a:cubicBezTo>
                  <a:cubicBezTo>
                    <a:pt x="5" y="0"/>
                    <a:pt x="4" y="0"/>
                    <a:pt x="3" y="0"/>
                  </a:cubicBezTo>
                  <a:cubicBezTo>
                    <a:pt x="2" y="0"/>
                    <a:pt x="2" y="0"/>
                    <a:pt x="1" y="1"/>
                  </a:cubicBezTo>
                  <a:cubicBezTo>
                    <a:pt x="1" y="1"/>
                    <a:pt x="0" y="2"/>
                    <a:pt x="0" y="3"/>
                  </a:cubicBezTo>
                  <a:cubicBezTo>
                    <a:pt x="0" y="3"/>
                    <a:pt x="1" y="4"/>
                    <a:pt x="1" y="5"/>
                  </a:cubicBezTo>
                  <a:cubicBezTo>
                    <a:pt x="2" y="5"/>
                    <a:pt x="2" y="5"/>
                    <a:pt x="3"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2" name="Google Shape;382;p14"/>
            <p:cNvSpPr/>
            <p:nvPr/>
          </p:nvSpPr>
          <p:spPr>
            <a:xfrm>
              <a:off x="726775" y="2022612"/>
              <a:ext cx="377258" cy="286804"/>
            </a:xfrm>
            <a:custGeom>
              <a:rect b="b" l="l" r="r" t="t"/>
              <a:pathLst>
                <a:path extrusionOk="0" h="109" w="144">
                  <a:moveTo>
                    <a:pt x="141" y="25"/>
                  </a:moveTo>
                  <a:cubicBezTo>
                    <a:pt x="123" y="25"/>
                    <a:pt x="123" y="25"/>
                    <a:pt x="123" y="25"/>
                  </a:cubicBezTo>
                  <a:cubicBezTo>
                    <a:pt x="122" y="25"/>
                    <a:pt x="121" y="26"/>
                    <a:pt x="121" y="27"/>
                  </a:cubicBezTo>
                  <a:cubicBezTo>
                    <a:pt x="120" y="29"/>
                    <a:pt x="122" y="30"/>
                    <a:pt x="123" y="30"/>
                  </a:cubicBezTo>
                  <a:cubicBezTo>
                    <a:pt x="138" y="30"/>
                    <a:pt x="138" y="30"/>
                    <a:pt x="138" y="30"/>
                  </a:cubicBezTo>
                  <a:cubicBezTo>
                    <a:pt x="138" y="45"/>
                    <a:pt x="138" y="45"/>
                    <a:pt x="138" y="45"/>
                  </a:cubicBezTo>
                  <a:cubicBezTo>
                    <a:pt x="83" y="45"/>
                    <a:pt x="83" y="45"/>
                    <a:pt x="83" y="45"/>
                  </a:cubicBezTo>
                  <a:cubicBezTo>
                    <a:pt x="83" y="38"/>
                    <a:pt x="83" y="38"/>
                    <a:pt x="83" y="38"/>
                  </a:cubicBezTo>
                  <a:cubicBezTo>
                    <a:pt x="85" y="35"/>
                    <a:pt x="85" y="35"/>
                    <a:pt x="85" y="35"/>
                  </a:cubicBezTo>
                  <a:cubicBezTo>
                    <a:pt x="85" y="34"/>
                    <a:pt x="85" y="34"/>
                    <a:pt x="85" y="33"/>
                  </a:cubicBezTo>
                  <a:cubicBezTo>
                    <a:pt x="85" y="30"/>
                    <a:pt x="85" y="30"/>
                    <a:pt x="85" y="30"/>
                  </a:cubicBezTo>
                  <a:cubicBezTo>
                    <a:pt x="100" y="30"/>
                    <a:pt x="100" y="30"/>
                    <a:pt x="100" y="30"/>
                  </a:cubicBezTo>
                  <a:cubicBezTo>
                    <a:pt x="101" y="30"/>
                    <a:pt x="103" y="29"/>
                    <a:pt x="103" y="28"/>
                  </a:cubicBezTo>
                  <a:cubicBezTo>
                    <a:pt x="103" y="26"/>
                    <a:pt x="102" y="25"/>
                    <a:pt x="100" y="25"/>
                  </a:cubicBezTo>
                  <a:cubicBezTo>
                    <a:pt x="83" y="25"/>
                    <a:pt x="83" y="25"/>
                    <a:pt x="83" y="25"/>
                  </a:cubicBezTo>
                  <a:cubicBezTo>
                    <a:pt x="81" y="25"/>
                    <a:pt x="80" y="26"/>
                    <a:pt x="80" y="28"/>
                  </a:cubicBezTo>
                  <a:cubicBezTo>
                    <a:pt x="80" y="32"/>
                    <a:pt x="80" y="32"/>
                    <a:pt x="80" y="32"/>
                  </a:cubicBezTo>
                  <a:cubicBezTo>
                    <a:pt x="78" y="35"/>
                    <a:pt x="78" y="35"/>
                    <a:pt x="78" y="35"/>
                  </a:cubicBezTo>
                  <a:cubicBezTo>
                    <a:pt x="77" y="35"/>
                    <a:pt x="77" y="36"/>
                    <a:pt x="77" y="37"/>
                  </a:cubicBezTo>
                  <a:cubicBezTo>
                    <a:pt x="77" y="45"/>
                    <a:pt x="77" y="45"/>
                    <a:pt x="77" y="45"/>
                  </a:cubicBezTo>
                  <a:cubicBezTo>
                    <a:pt x="72" y="45"/>
                    <a:pt x="72" y="45"/>
                    <a:pt x="72" y="45"/>
                  </a:cubicBezTo>
                  <a:cubicBezTo>
                    <a:pt x="66" y="32"/>
                    <a:pt x="66" y="32"/>
                    <a:pt x="66" y="32"/>
                  </a:cubicBezTo>
                  <a:cubicBezTo>
                    <a:pt x="66" y="32"/>
                    <a:pt x="66" y="32"/>
                    <a:pt x="66" y="32"/>
                  </a:cubicBezTo>
                  <a:cubicBezTo>
                    <a:pt x="63" y="28"/>
                    <a:pt x="63" y="28"/>
                    <a:pt x="63" y="28"/>
                  </a:cubicBezTo>
                  <a:cubicBezTo>
                    <a:pt x="63" y="23"/>
                    <a:pt x="63" y="23"/>
                    <a:pt x="63" y="23"/>
                  </a:cubicBezTo>
                  <a:cubicBezTo>
                    <a:pt x="63" y="21"/>
                    <a:pt x="61" y="20"/>
                    <a:pt x="60" y="20"/>
                  </a:cubicBezTo>
                  <a:cubicBezTo>
                    <a:pt x="54" y="20"/>
                    <a:pt x="54" y="20"/>
                    <a:pt x="54" y="20"/>
                  </a:cubicBezTo>
                  <a:cubicBezTo>
                    <a:pt x="54" y="11"/>
                    <a:pt x="54" y="11"/>
                    <a:pt x="54" y="11"/>
                  </a:cubicBezTo>
                  <a:cubicBezTo>
                    <a:pt x="54" y="11"/>
                    <a:pt x="54" y="10"/>
                    <a:pt x="53" y="10"/>
                  </a:cubicBezTo>
                  <a:cubicBezTo>
                    <a:pt x="51" y="7"/>
                    <a:pt x="51" y="7"/>
                    <a:pt x="51" y="7"/>
                  </a:cubicBezTo>
                  <a:cubicBezTo>
                    <a:pt x="51" y="2"/>
                    <a:pt x="51" y="2"/>
                    <a:pt x="51" y="2"/>
                  </a:cubicBezTo>
                  <a:cubicBezTo>
                    <a:pt x="51" y="1"/>
                    <a:pt x="50" y="0"/>
                    <a:pt x="48" y="0"/>
                  </a:cubicBezTo>
                  <a:cubicBezTo>
                    <a:pt x="3" y="0"/>
                    <a:pt x="3" y="0"/>
                    <a:pt x="3" y="0"/>
                  </a:cubicBezTo>
                  <a:cubicBezTo>
                    <a:pt x="2" y="0"/>
                    <a:pt x="0" y="1"/>
                    <a:pt x="0" y="2"/>
                  </a:cubicBezTo>
                  <a:cubicBezTo>
                    <a:pt x="0" y="23"/>
                    <a:pt x="0" y="23"/>
                    <a:pt x="0" y="23"/>
                  </a:cubicBezTo>
                  <a:cubicBezTo>
                    <a:pt x="0" y="23"/>
                    <a:pt x="0" y="23"/>
                    <a:pt x="0" y="23"/>
                  </a:cubicBezTo>
                  <a:cubicBezTo>
                    <a:pt x="0" y="106"/>
                    <a:pt x="0" y="106"/>
                    <a:pt x="0" y="106"/>
                  </a:cubicBezTo>
                  <a:cubicBezTo>
                    <a:pt x="0" y="107"/>
                    <a:pt x="2" y="109"/>
                    <a:pt x="3" y="109"/>
                  </a:cubicBezTo>
                  <a:cubicBezTo>
                    <a:pt x="141" y="109"/>
                    <a:pt x="141" y="109"/>
                    <a:pt x="141" y="109"/>
                  </a:cubicBezTo>
                  <a:cubicBezTo>
                    <a:pt x="143" y="109"/>
                    <a:pt x="144" y="107"/>
                    <a:pt x="144" y="106"/>
                  </a:cubicBezTo>
                  <a:cubicBezTo>
                    <a:pt x="144" y="28"/>
                    <a:pt x="144" y="28"/>
                    <a:pt x="144" y="28"/>
                  </a:cubicBezTo>
                  <a:cubicBezTo>
                    <a:pt x="144" y="26"/>
                    <a:pt x="143" y="25"/>
                    <a:pt x="141" y="25"/>
                  </a:cubicBezTo>
                  <a:close/>
                  <a:moveTo>
                    <a:pt x="138" y="51"/>
                  </a:moveTo>
                  <a:cubicBezTo>
                    <a:pt x="138" y="68"/>
                    <a:pt x="138" y="68"/>
                    <a:pt x="138" y="68"/>
                  </a:cubicBezTo>
                  <a:cubicBezTo>
                    <a:pt x="133" y="68"/>
                    <a:pt x="133" y="68"/>
                    <a:pt x="133" y="68"/>
                  </a:cubicBezTo>
                  <a:cubicBezTo>
                    <a:pt x="133" y="64"/>
                    <a:pt x="133" y="64"/>
                    <a:pt x="133" y="64"/>
                  </a:cubicBezTo>
                  <a:cubicBezTo>
                    <a:pt x="133" y="60"/>
                    <a:pt x="129" y="55"/>
                    <a:pt x="124" y="55"/>
                  </a:cubicBezTo>
                  <a:cubicBezTo>
                    <a:pt x="118" y="54"/>
                    <a:pt x="114" y="59"/>
                    <a:pt x="114" y="64"/>
                  </a:cubicBezTo>
                  <a:cubicBezTo>
                    <a:pt x="114" y="68"/>
                    <a:pt x="114" y="68"/>
                    <a:pt x="114" y="68"/>
                  </a:cubicBezTo>
                  <a:cubicBezTo>
                    <a:pt x="109" y="68"/>
                    <a:pt x="109" y="68"/>
                    <a:pt x="109" y="68"/>
                  </a:cubicBezTo>
                  <a:cubicBezTo>
                    <a:pt x="109" y="64"/>
                    <a:pt x="109" y="64"/>
                    <a:pt x="109" y="64"/>
                  </a:cubicBezTo>
                  <a:cubicBezTo>
                    <a:pt x="109" y="60"/>
                    <a:pt x="105" y="55"/>
                    <a:pt x="100" y="55"/>
                  </a:cubicBezTo>
                  <a:cubicBezTo>
                    <a:pt x="95" y="54"/>
                    <a:pt x="90" y="59"/>
                    <a:pt x="90" y="64"/>
                  </a:cubicBezTo>
                  <a:cubicBezTo>
                    <a:pt x="90" y="68"/>
                    <a:pt x="90" y="68"/>
                    <a:pt x="90" y="68"/>
                  </a:cubicBezTo>
                  <a:cubicBezTo>
                    <a:pt x="84" y="68"/>
                    <a:pt x="84" y="68"/>
                    <a:pt x="84" y="68"/>
                  </a:cubicBezTo>
                  <a:cubicBezTo>
                    <a:pt x="75" y="51"/>
                    <a:pt x="75" y="51"/>
                    <a:pt x="75" y="51"/>
                  </a:cubicBezTo>
                  <a:lnTo>
                    <a:pt x="138" y="51"/>
                  </a:lnTo>
                  <a:close/>
                  <a:moveTo>
                    <a:pt x="127" y="68"/>
                  </a:moveTo>
                  <a:cubicBezTo>
                    <a:pt x="119" y="68"/>
                    <a:pt x="119" y="68"/>
                    <a:pt x="119" y="68"/>
                  </a:cubicBezTo>
                  <a:cubicBezTo>
                    <a:pt x="119" y="64"/>
                    <a:pt x="119" y="64"/>
                    <a:pt x="119" y="64"/>
                  </a:cubicBezTo>
                  <a:cubicBezTo>
                    <a:pt x="119" y="62"/>
                    <a:pt x="121" y="61"/>
                    <a:pt x="123" y="60"/>
                  </a:cubicBezTo>
                  <a:cubicBezTo>
                    <a:pt x="125" y="60"/>
                    <a:pt x="127" y="62"/>
                    <a:pt x="127" y="64"/>
                  </a:cubicBezTo>
                  <a:lnTo>
                    <a:pt x="127" y="68"/>
                  </a:lnTo>
                  <a:close/>
                  <a:moveTo>
                    <a:pt x="104" y="68"/>
                  </a:moveTo>
                  <a:cubicBezTo>
                    <a:pt x="96" y="68"/>
                    <a:pt x="96" y="68"/>
                    <a:pt x="96" y="68"/>
                  </a:cubicBezTo>
                  <a:cubicBezTo>
                    <a:pt x="96" y="64"/>
                    <a:pt x="96" y="64"/>
                    <a:pt x="96" y="64"/>
                  </a:cubicBezTo>
                  <a:cubicBezTo>
                    <a:pt x="96" y="62"/>
                    <a:pt x="97" y="61"/>
                    <a:pt x="99" y="60"/>
                  </a:cubicBezTo>
                  <a:cubicBezTo>
                    <a:pt x="102" y="60"/>
                    <a:pt x="104" y="62"/>
                    <a:pt x="104" y="64"/>
                  </a:cubicBezTo>
                  <a:lnTo>
                    <a:pt x="104" y="68"/>
                  </a:lnTo>
                  <a:close/>
                  <a:moveTo>
                    <a:pt x="69" y="81"/>
                  </a:moveTo>
                  <a:cubicBezTo>
                    <a:pt x="63" y="81"/>
                    <a:pt x="59" y="85"/>
                    <a:pt x="59" y="90"/>
                  </a:cubicBezTo>
                  <a:cubicBezTo>
                    <a:pt x="59" y="103"/>
                    <a:pt x="59" y="103"/>
                    <a:pt x="59" y="103"/>
                  </a:cubicBezTo>
                  <a:cubicBezTo>
                    <a:pt x="54" y="103"/>
                    <a:pt x="54" y="103"/>
                    <a:pt x="54" y="103"/>
                  </a:cubicBezTo>
                  <a:cubicBezTo>
                    <a:pt x="54" y="91"/>
                    <a:pt x="54" y="91"/>
                    <a:pt x="54" y="91"/>
                  </a:cubicBezTo>
                  <a:cubicBezTo>
                    <a:pt x="54" y="86"/>
                    <a:pt x="50" y="81"/>
                    <a:pt x="45" y="81"/>
                  </a:cubicBezTo>
                  <a:cubicBezTo>
                    <a:pt x="40" y="81"/>
                    <a:pt x="35" y="85"/>
                    <a:pt x="35" y="90"/>
                  </a:cubicBezTo>
                  <a:cubicBezTo>
                    <a:pt x="35" y="103"/>
                    <a:pt x="35" y="103"/>
                    <a:pt x="35" y="103"/>
                  </a:cubicBezTo>
                  <a:cubicBezTo>
                    <a:pt x="31" y="103"/>
                    <a:pt x="31" y="103"/>
                    <a:pt x="31" y="103"/>
                  </a:cubicBezTo>
                  <a:cubicBezTo>
                    <a:pt x="31" y="91"/>
                    <a:pt x="31" y="91"/>
                    <a:pt x="31" y="91"/>
                  </a:cubicBezTo>
                  <a:cubicBezTo>
                    <a:pt x="31" y="86"/>
                    <a:pt x="27" y="81"/>
                    <a:pt x="22" y="81"/>
                  </a:cubicBezTo>
                  <a:cubicBezTo>
                    <a:pt x="16" y="81"/>
                    <a:pt x="12" y="85"/>
                    <a:pt x="12" y="90"/>
                  </a:cubicBezTo>
                  <a:cubicBezTo>
                    <a:pt x="12" y="103"/>
                    <a:pt x="12" y="103"/>
                    <a:pt x="12" y="103"/>
                  </a:cubicBezTo>
                  <a:cubicBezTo>
                    <a:pt x="6" y="103"/>
                    <a:pt x="6" y="103"/>
                    <a:pt x="6" y="103"/>
                  </a:cubicBezTo>
                  <a:cubicBezTo>
                    <a:pt x="6" y="74"/>
                    <a:pt x="6" y="74"/>
                    <a:pt x="6" y="74"/>
                  </a:cubicBezTo>
                  <a:cubicBezTo>
                    <a:pt x="80" y="74"/>
                    <a:pt x="80" y="74"/>
                    <a:pt x="80" y="74"/>
                  </a:cubicBezTo>
                  <a:cubicBezTo>
                    <a:pt x="80" y="81"/>
                    <a:pt x="80" y="81"/>
                    <a:pt x="80" y="81"/>
                  </a:cubicBezTo>
                  <a:cubicBezTo>
                    <a:pt x="80" y="82"/>
                    <a:pt x="80" y="82"/>
                    <a:pt x="80" y="82"/>
                  </a:cubicBezTo>
                  <a:cubicBezTo>
                    <a:pt x="88" y="103"/>
                    <a:pt x="88" y="103"/>
                    <a:pt x="88" y="103"/>
                  </a:cubicBezTo>
                  <a:cubicBezTo>
                    <a:pt x="78" y="103"/>
                    <a:pt x="78" y="103"/>
                    <a:pt x="78" y="103"/>
                  </a:cubicBezTo>
                  <a:cubicBezTo>
                    <a:pt x="78" y="91"/>
                    <a:pt x="78" y="91"/>
                    <a:pt x="78" y="91"/>
                  </a:cubicBezTo>
                  <a:cubicBezTo>
                    <a:pt x="78" y="86"/>
                    <a:pt x="74" y="81"/>
                    <a:pt x="69" y="81"/>
                  </a:cubicBezTo>
                  <a:close/>
                  <a:moveTo>
                    <a:pt x="25" y="45"/>
                  </a:moveTo>
                  <a:cubicBezTo>
                    <a:pt x="17" y="45"/>
                    <a:pt x="17" y="45"/>
                    <a:pt x="17" y="45"/>
                  </a:cubicBezTo>
                  <a:cubicBezTo>
                    <a:pt x="17" y="41"/>
                    <a:pt x="17" y="41"/>
                    <a:pt x="17" y="41"/>
                  </a:cubicBezTo>
                  <a:cubicBezTo>
                    <a:pt x="17" y="39"/>
                    <a:pt x="19" y="37"/>
                    <a:pt x="21" y="37"/>
                  </a:cubicBezTo>
                  <a:cubicBezTo>
                    <a:pt x="23" y="37"/>
                    <a:pt x="25" y="39"/>
                    <a:pt x="25" y="41"/>
                  </a:cubicBezTo>
                  <a:lnTo>
                    <a:pt x="25" y="45"/>
                  </a:lnTo>
                  <a:close/>
                  <a:moveTo>
                    <a:pt x="69" y="51"/>
                  </a:moveTo>
                  <a:cubicBezTo>
                    <a:pt x="71" y="55"/>
                    <a:pt x="71" y="55"/>
                    <a:pt x="71" y="55"/>
                  </a:cubicBezTo>
                  <a:cubicBezTo>
                    <a:pt x="70" y="55"/>
                    <a:pt x="69" y="55"/>
                    <a:pt x="67" y="55"/>
                  </a:cubicBezTo>
                  <a:cubicBezTo>
                    <a:pt x="63" y="55"/>
                    <a:pt x="59" y="60"/>
                    <a:pt x="59" y="64"/>
                  </a:cubicBezTo>
                  <a:cubicBezTo>
                    <a:pt x="59" y="68"/>
                    <a:pt x="59" y="68"/>
                    <a:pt x="59" y="68"/>
                  </a:cubicBezTo>
                  <a:cubicBezTo>
                    <a:pt x="54" y="68"/>
                    <a:pt x="54" y="68"/>
                    <a:pt x="54" y="68"/>
                  </a:cubicBezTo>
                  <a:cubicBezTo>
                    <a:pt x="54" y="64"/>
                    <a:pt x="54" y="64"/>
                    <a:pt x="54" y="64"/>
                  </a:cubicBezTo>
                  <a:cubicBezTo>
                    <a:pt x="54" y="60"/>
                    <a:pt x="50" y="55"/>
                    <a:pt x="45" y="55"/>
                  </a:cubicBezTo>
                  <a:cubicBezTo>
                    <a:pt x="40" y="54"/>
                    <a:pt x="35" y="59"/>
                    <a:pt x="35" y="64"/>
                  </a:cubicBezTo>
                  <a:cubicBezTo>
                    <a:pt x="35" y="68"/>
                    <a:pt x="35" y="68"/>
                    <a:pt x="35" y="68"/>
                  </a:cubicBezTo>
                  <a:cubicBezTo>
                    <a:pt x="31" y="68"/>
                    <a:pt x="31" y="68"/>
                    <a:pt x="31" y="68"/>
                  </a:cubicBezTo>
                  <a:cubicBezTo>
                    <a:pt x="31" y="64"/>
                    <a:pt x="31" y="64"/>
                    <a:pt x="31" y="64"/>
                  </a:cubicBezTo>
                  <a:cubicBezTo>
                    <a:pt x="31" y="60"/>
                    <a:pt x="27" y="55"/>
                    <a:pt x="22" y="55"/>
                  </a:cubicBezTo>
                  <a:cubicBezTo>
                    <a:pt x="16" y="54"/>
                    <a:pt x="12" y="59"/>
                    <a:pt x="12" y="64"/>
                  </a:cubicBezTo>
                  <a:cubicBezTo>
                    <a:pt x="12" y="68"/>
                    <a:pt x="12" y="68"/>
                    <a:pt x="12" y="68"/>
                  </a:cubicBezTo>
                  <a:cubicBezTo>
                    <a:pt x="6" y="68"/>
                    <a:pt x="6" y="68"/>
                    <a:pt x="6" y="68"/>
                  </a:cubicBezTo>
                  <a:cubicBezTo>
                    <a:pt x="6" y="51"/>
                    <a:pt x="6" y="51"/>
                    <a:pt x="6" y="51"/>
                  </a:cubicBezTo>
                  <a:cubicBezTo>
                    <a:pt x="69" y="51"/>
                    <a:pt x="69" y="51"/>
                    <a:pt x="69" y="51"/>
                  </a:cubicBezTo>
                  <a:close/>
                  <a:moveTo>
                    <a:pt x="49" y="45"/>
                  </a:moveTo>
                  <a:cubicBezTo>
                    <a:pt x="41" y="45"/>
                    <a:pt x="41" y="45"/>
                    <a:pt x="41" y="45"/>
                  </a:cubicBezTo>
                  <a:cubicBezTo>
                    <a:pt x="41" y="41"/>
                    <a:pt x="41" y="41"/>
                    <a:pt x="41" y="41"/>
                  </a:cubicBezTo>
                  <a:cubicBezTo>
                    <a:pt x="41" y="39"/>
                    <a:pt x="42" y="37"/>
                    <a:pt x="44" y="37"/>
                  </a:cubicBezTo>
                  <a:cubicBezTo>
                    <a:pt x="47" y="37"/>
                    <a:pt x="49" y="39"/>
                    <a:pt x="49" y="41"/>
                  </a:cubicBezTo>
                  <a:lnTo>
                    <a:pt x="49" y="45"/>
                  </a:lnTo>
                  <a:close/>
                  <a:moveTo>
                    <a:pt x="72" y="68"/>
                  </a:moveTo>
                  <a:cubicBezTo>
                    <a:pt x="64" y="68"/>
                    <a:pt x="64" y="68"/>
                    <a:pt x="64" y="68"/>
                  </a:cubicBezTo>
                  <a:cubicBezTo>
                    <a:pt x="64" y="64"/>
                    <a:pt x="64" y="64"/>
                    <a:pt x="64" y="64"/>
                  </a:cubicBezTo>
                  <a:cubicBezTo>
                    <a:pt x="64" y="62"/>
                    <a:pt x="66" y="61"/>
                    <a:pt x="68" y="60"/>
                  </a:cubicBezTo>
                  <a:cubicBezTo>
                    <a:pt x="70" y="60"/>
                    <a:pt x="72" y="62"/>
                    <a:pt x="72" y="64"/>
                  </a:cubicBezTo>
                  <a:lnTo>
                    <a:pt x="72" y="68"/>
                  </a:lnTo>
                  <a:close/>
                  <a:moveTo>
                    <a:pt x="78" y="68"/>
                  </a:moveTo>
                  <a:cubicBezTo>
                    <a:pt x="78" y="68"/>
                    <a:pt x="78" y="68"/>
                    <a:pt x="78" y="68"/>
                  </a:cubicBezTo>
                  <a:cubicBezTo>
                    <a:pt x="78" y="68"/>
                    <a:pt x="78" y="68"/>
                    <a:pt x="78" y="68"/>
                  </a:cubicBezTo>
                  <a:close/>
                  <a:moveTo>
                    <a:pt x="49" y="68"/>
                  </a:moveTo>
                  <a:cubicBezTo>
                    <a:pt x="41" y="68"/>
                    <a:pt x="41" y="68"/>
                    <a:pt x="41" y="68"/>
                  </a:cubicBezTo>
                  <a:cubicBezTo>
                    <a:pt x="41" y="64"/>
                    <a:pt x="41" y="64"/>
                    <a:pt x="41" y="64"/>
                  </a:cubicBezTo>
                  <a:cubicBezTo>
                    <a:pt x="41" y="62"/>
                    <a:pt x="42" y="61"/>
                    <a:pt x="44" y="60"/>
                  </a:cubicBezTo>
                  <a:cubicBezTo>
                    <a:pt x="47" y="60"/>
                    <a:pt x="49" y="62"/>
                    <a:pt x="49" y="64"/>
                  </a:cubicBezTo>
                  <a:lnTo>
                    <a:pt x="49" y="68"/>
                  </a:lnTo>
                  <a:close/>
                  <a:moveTo>
                    <a:pt x="25" y="68"/>
                  </a:moveTo>
                  <a:cubicBezTo>
                    <a:pt x="17" y="68"/>
                    <a:pt x="17" y="68"/>
                    <a:pt x="17" y="68"/>
                  </a:cubicBezTo>
                  <a:cubicBezTo>
                    <a:pt x="17" y="64"/>
                    <a:pt x="17" y="64"/>
                    <a:pt x="17" y="64"/>
                  </a:cubicBezTo>
                  <a:cubicBezTo>
                    <a:pt x="17" y="62"/>
                    <a:pt x="19" y="61"/>
                    <a:pt x="21" y="60"/>
                  </a:cubicBezTo>
                  <a:cubicBezTo>
                    <a:pt x="23" y="60"/>
                    <a:pt x="25" y="62"/>
                    <a:pt x="25" y="64"/>
                  </a:cubicBezTo>
                  <a:lnTo>
                    <a:pt x="25" y="68"/>
                  </a:lnTo>
                  <a:close/>
                  <a:moveTo>
                    <a:pt x="58" y="31"/>
                  </a:moveTo>
                  <a:cubicBezTo>
                    <a:pt x="61" y="35"/>
                    <a:pt x="61" y="35"/>
                    <a:pt x="61" y="35"/>
                  </a:cubicBezTo>
                  <a:cubicBezTo>
                    <a:pt x="66" y="45"/>
                    <a:pt x="66" y="45"/>
                    <a:pt x="66" y="45"/>
                  </a:cubicBezTo>
                  <a:cubicBezTo>
                    <a:pt x="54" y="45"/>
                    <a:pt x="54" y="45"/>
                    <a:pt x="54" y="45"/>
                  </a:cubicBezTo>
                  <a:cubicBezTo>
                    <a:pt x="54" y="41"/>
                    <a:pt x="54" y="41"/>
                    <a:pt x="54" y="41"/>
                  </a:cubicBezTo>
                  <a:cubicBezTo>
                    <a:pt x="54" y="36"/>
                    <a:pt x="50" y="32"/>
                    <a:pt x="45" y="31"/>
                  </a:cubicBezTo>
                  <a:cubicBezTo>
                    <a:pt x="40" y="31"/>
                    <a:pt x="35" y="36"/>
                    <a:pt x="35" y="41"/>
                  </a:cubicBezTo>
                  <a:cubicBezTo>
                    <a:pt x="35" y="45"/>
                    <a:pt x="35" y="45"/>
                    <a:pt x="35" y="45"/>
                  </a:cubicBezTo>
                  <a:cubicBezTo>
                    <a:pt x="31" y="45"/>
                    <a:pt x="31" y="45"/>
                    <a:pt x="31" y="45"/>
                  </a:cubicBezTo>
                  <a:cubicBezTo>
                    <a:pt x="31" y="41"/>
                    <a:pt x="31" y="41"/>
                    <a:pt x="31" y="41"/>
                  </a:cubicBezTo>
                  <a:cubicBezTo>
                    <a:pt x="31" y="36"/>
                    <a:pt x="27" y="32"/>
                    <a:pt x="22" y="31"/>
                  </a:cubicBezTo>
                  <a:cubicBezTo>
                    <a:pt x="16" y="31"/>
                    <a:pt x="12" y="36"/>
                    <a:pt x="12" y="41"/>
                  </a:cubicBezTo>
                  <a:cubicBezTo>
                    <a:pt x="12" y="45"/>
                    <a:pt x="12" y="45"/>
                    <a:pt x="12" y="45"/>
                  </a:cubicBezTo>
                  <a:cubicBezTo>
                    <a:pt x="6" y="45"/>
                    <a:pt x="6" y="45"/>
                    <a:pt x="6" y="45"/>
                  </a:cubicBezTo>
                  <a:cubicBezTo>
                    <a:pt x="6" y="25"/>
                    <a:pt x="6" y="25"/>
                    <a:pt x="6" y="25"/>
                  </a:cubicBezTo>
                  <a:cubicBezTo>
                    <a:pt x="57" y="25"/>
                    <a:pt x="57" y="25"/>
                    <a:pt x="57" y="25"/>
                  </a:cubicBezTo>
                  <a:cubicBezTo>
                    <a:pt x="57" y="29"/>
                    <a:pt x="57" y="29"/>
                    <a:pt x="57" y="29"/>
                  </a:cubicBezTo>
                  <a:cubicBezTo>
                    <a:pt x="57" y="30"/>
                    <a:pt x="57" y="31"/>
                    <a:pt x="58" y="31"/>
                  </a:cubicBezTo>
                  <a:close/>
                  <a:moveTo>
                    <a:pt x="46" y="5"/>
                  </a:moveTo>
                  <a:cubicBezTo>
                    <a:pt x="46" y="8"/>
                    <a:pt x="46" y="8"/>
                    <a:pt x="46" y="8"/>
                  </a:cubicBezTo>
                  <a:cubicBezTo>
                    <a:pt x="46" y="8"/>
                    <a:pt x="46" y="9"/>
                    <a:pt x="46" y="9"/>
                  </a:cubicBezTo>
                  <a:cubicBezTo>
                    <a:pt x="48" y="12"/>
                    <a:pt x="48" y="12"/>
                    <a:pt x="48" y="12"/>
                  </a:cubicBezTo>
                  <a:cubicBezTo>
                    <a:pt x="48" y="20"/>
                    <a:pt x="48" y="20"/>
                    <a:pt x="48" y="20"/>
                  </a:cubicBezTo>
                  <a:cubicBezTo>
                    <a:pt x="6" y="20"/>
                    <a:pt x="6" y="20"/>
                    <a:pt x="6" y="20"/>
                  </a:cubicBezTo>
                  <a:cubicBezTo>
                    <a:pt x="6" y="5"/>
                    <a:pt x="6" y="5"/>
                    <a:pt x="6" y="5"/>
                  </a:cubicBezTo>
                  <a:lnTo>
                    <a:pt x="46" y="5"/>
                  </a:lnTo>
                  <a:close/>
                  <a:moveTo>
                    <a:pt x="17" y="103"/>
                  </a:moveTo>
                  <a:cubicBezTo>
                    <a:pt x="17" y="90"/>
                    <a:pt x="17" y="90"/>
                    <a:pt x="17" y="90"/>
                  </a:cubicBezTo>
                  <a:cubicBezTo>
                    <a:pt x="17" y="88"/>
                    <a:pt x="19" y="87"/>
                    <a:pt x="21" y="86"/>
                  </a:cubicBezTo>
                  <a:cubicBezTo>
                    <a:pt x="23" y="86"/>
                    <a:pt x="25" y="88"/>
                    <a:pt x="25" y="90"/>
                  </a:cubicBezTo>
                  <a:cubicBezTo>
                    <a:pt x="25" y="103"/>
                    <a:pt x="25" y="103"/>
                    <a:pt x="25" y="103"/>
                  </a:cubicBezTo>
                  <a:lnTo>
                    <a:pt x="17" y="103"/>
                  </a:lnTo>
                  <a:close/>
                  <a:moveTo>
                    <a:pt x="41" y="103"/>
                  </a:moveTo>
                  <a:cubicBezTo>
                    <a:pt x="41" y="90"/>
                    <a:pt x="41" y="90"/>
                    <a:pt x="41" y="90"/>
                  </a:cubicBezTo>
                  <a:cubicBezTo>
                    <a:pt x="41" y="88"/>
                    <a:pt x="42" y="87"/>
                    <a:pt x="44" y="86"/>
                  </a:cubicBezTo>
                  <a:cubicBezTo>
                    <a:pt x="47" y="86"/>
                    <a:pt x="49" y="88"/>
                    <a:pt x="49" y="90"/>
                  </a:cubicBezTo>
                  <a:cubicBezTo>
                    <a:pt x="49" y="103"/>
                    <a:pt x="49" y="103"/>
                    <a:pt x="49" y="103"/>
                  </a:cubicBezTo>
                  <a:lnTo>
                    <a:pt x="41" y="103"/>
                  </a:lnTo>
                  <a:close/>
                  <a:moveTo>
                    <a:pt x="64" y="103"/>
                  </a:moveTo>
                  <a:cubicBezTo>
                    <a:pt x="64" y="90"/>
                    <a:pt x="64" y="90"/>
                    <a:pt x="64" y="90"/>
                  </a:cubicBezTo>
                  <a:cubicBezTo>
                    <a:pt x="64" y="88"/>
                    <a:pt x="66" y="87"/>
                    <a:pt x="68" y="86"/>
                  </a:cubicBezTo>
                  <a:cubicBezTo>
                    <a:pt x="70" y="86"/>
                    <a:pt x="72" y="88"/>
                    <a:pt x="72" y="90"/>
                  </a:cubicBezTo>
                  <a:cubicBezTo>
                    <a:pt x="72" y="103"/>
                    <a:pt x="72" y="103"/>
                    <a:pt x="72" y="103"/>
                  </a:cubicBezTo>
                  <a:lnTo>
                    <a:pt x="64" y="103"/>
                  </a:lnTo>
                  <a:close/>
                  <a:moveTo>
                    <a:pt x="96" y="103"/>
                  </a:moveTo>
                  <a:cubicBezTo>
                    <a:pt x="96" y="90"/>
                    <a:pt x="96" y="90"/>
                    <a:pt x="96" y="90"/>
                  </a:cubicBezTo>
                  <a:cubicBezTo>
                    <a:pt x="96" y="88"/>
                    <a:pt x="97" y="87"/>
                    <a:pt x="99" y="86"/>
                  </a:cubicBezTo>
                  <a:cubicBezTo>
                    <a:pt x="102" y="86"/>
                    <a:pt x="104" y="88"/>
                    <a:pt x="104" y="90"/>
                  </a:cubicBezTo>
                  <a:cubicBezTo>
                    <a:pt x="104" y="103"/>
                    <a:pt x="104" y="103"/>
                    <a:pt x="104" y="103"/>
                  </a:cubicBezTo>
                  <a:lnTo>
                    <a:pt x="96" y="103"/>
                  </a:lnTo>
                  <a:close/>
                  <a:moveTo>
                    <a:pt x="119" y="103"/>
                  </a:moveTo>
                  <a:cubicBezTo>
                    <a:pt x="119" y="90"/>
                    <a:pt x="119" y="90"/>
                    <a:pt x="119" y="90"/>
                  </a:cubicBezTo>
                  <a:cubicBezTo>
                    <a:pt x="119" y="88"/>
                    <a:pt x="121" y="87"/>
                    <a:pt x="123" y="86"/>
                  </a:cubicBezTo>
                  <a:cubicBezTo>
                    <a:pt x="125" y="86"/>
                    <a:pt x="127" y="88"/>
                    <a:pt x="127" y="90"/>
                  </a:cubicBezTo>
                  <a:cubicBezTo>
                    <a:pt x="127" y="103"/>
                    <a:pt x="127" y="103"/>
                    <a:pt x="127" y="103"/>
                  </a:cubicBezTo>
                  <a:lnTo>
                    <a:pt x="119" y="103"/>
                  </a:lnTo>
                  <a:close/>
                  <a:moveTo>
                    <a:pt x="133" y="103"/>
                  </a:moveTo>
                  <a:cubicBezTo>
                    <a:pt x="133" y="91"/>
                    <a:pt x="133" y="91"/>
                    <a:pt x="133" y="91"/>
                  </a:cubicBezTo>
                  <a:cubicBezTo>
                    <a:pt x="133" y="86"/>
                    <a:pt x="129" y="81"/>
                    <a:pt x="124" y="81"/>
                  </a:cubicBezTo>
                  <a:cubicBezTo>
                    <a:pt x="118" y="81"/>
                    <a:pt x="114" y="85"/>
                    <a:pt x="114" y="90"/>
                  </a:cubicBezTo>
                  <a:cubicBezTo>
                    <a:pt x="114" y="103"/>
                    <a:pt x="114" y="103"/>
                    <a:pt x="114" y="103"/>
                  </a:cubicBezTo>
                  <a:cubicBezTo>
                    <a:pt x="109" y="103"/>
                    <a:pt x="109" y="103"/>
                    <a:pt x="109" y="103"/>
                  </a:cubicBezTo>
                  <a:cubicBezTo>
                    <a:pt x="109" y="91"/>
                    <a:pt x="109" y="91"/>
                    <a:pt x="109" y="91"/>
                  </a:cubicBezTo>
                  <a:cubicBezTo>
                    <a:pt x="109" y="86"/>
                    <a:pt x="105" y="81"/>
                    <a:pt x="100" y="81"/>
                  </a:cubicBezTo>
                  <a:cubicBezTo>
                    <a:pt x="95" y="81"/>
                    <a:pt x="90" y="85"/>
                    <a:pt x="90" y="90"/>
                  </a:cubicBezTo>
                  <a:cubicBezTo>
                    <a:pt x="90" y="93"/>
                    <a:pt x="90" y="93"/>
                    <a:pt x="90" y="93"/>
                  </a:cubicBezTo>
                  <a:cubicBezTo>
                    <a:pt x="85" y="81"/>
                    <a:pt x="85" y="81"/>
                    <a:pt x="85" y="81"/>
                  </a:cubicBezTo>
                  <a:cubicBezTo>
                    <a:pt x="85" y="74"/>
                    <a:pt x="85" y="74"/>
                    <a:pt x="85" y="74"/>
                  </a:cubicBezTo>
                  <a:cubicBezTo>
                    <a:pt x="138" y="74"/>
                    <a:pt x="138" y="74"/>
                    <a:pt x="138" y="74"/>
                  </a:cubicBezTo>
                  <a:cubicBezTo>
                    <a:pt x="138" y="103"/>
                    <a:pt x="138" y="103"/>
                    <a:pt x="138" y="103"/>
                  </a:cubicBezTo>
                  <a:lnTo>
                    <a:pt x="133" y="10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3" name="Google Shape;383;p14"/>
            <p:cNvSpPr/>
            <p:nvPr/>
          </p:nvSpPr>
          <p:spPr>
            <a:xfrm>
              <a:off x="1059909" y="2111962"/>
              <a:ext cx="15443" cy="20959"/>
            </a:xfrm>
            <a:custGeom>
              <a:rect b="b" l="l" r="r" t="t"/>
              <a:pathLst>
                <a:path extrusionOk="0" h="8" w="6">
                  <a:moveTo>
                    <a:pt x="6" y="5"/>
                  </a:moveTo>
                  <a:cubicBezTo>
                    <a:pt x="6" y="3"/>
                    <a:pt x="6" y="3"/>
                    <a:pt x="6" y="3"/>
                  </a:cubicBezTo>
                  <a:cubicBezTo>
                    <a:pt x="6" y="1"/>
                    <a:pt x="5" y="0"/>
                    <a:pt x="3" y="0"/>
                  </a:cubicBezTo>
                  <a:cubicBezTo>
                    <a:pt x="2" y="0"/>
                    <a:pt x="0" y="1"/>
                    <a:pt x="0" y="3"/>
                  </a:cubicBezTo>
                  <a:cubicBezTo>
                    <a:pt x="0" y="5"/>
                    <a:pt x="0" y="5"/>
                    <a:pt x="0" y="5"/>
                  </a:cubicBezTo>
                  <a:cubicBezTo>
                    <a:pt x="0" y="6"/>
                    <a:pt x="1" y="7"/>
                    <a:pt x="2" y="7"/>
                  </a:cubicBezTo>
                  <a:cubicBezTo>
                    <a:pt x="4" y="8"/>
                    <a:pt x="6" y="6"/>
                    <a:pt x="6"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4" name="Google Shape;384;p14"/>
            <p:cNvSpPr/>
            <p:nvPr/>
          </p:nvSpPr>
          <p:spPr>
            <a:xfrm>
              <a:off x="1025713" y="2111962"/>
              <a:ext cx="13237" cy="20959"/>
            </a:xfrm>
            <a:custGeom>
              <a:rect b="b" l="l" r="r" t="t"/>
              <a:pathLst>
                <a:path extrusionOk="0" h="8" w="5">
                  <a:moveTo>
                    <a:pt x="0" y="5"/>
                  </a:moveTo>
                  <a:cubicBezTo>
                    <a:pt x="0" y="6"/>
                    <a:pt x="1" y="8"/>
                    <a:pt x="3" y="7"/>
                  </a:cubicBezTo>
                  <a:cubicBezTo>
                    <a:pt x="4" y="7"/>
                    <a:pt x="5" y="6"/>
                    <a:pt x="5" y="5"/>
                  </a:cubicBezTo>
                  <a:cubicBezTo>
                    <a:pt x="5" y="3"/>
                    <a:pt x="5" y="3"/>
                    <a:pt x="5" y="3"/>
                  </a:cubicBezTo>
                  <a:cubicBezTo>
                    <a:pt x="5" y="1"/>
                    <a:pt x="4" y="0"/>
                    <a:pt x="3" y="0"/>
                  </a:cubicBezTo>
                  <a:cubicBezTo>
                    <a:pt x="1" y="0"/>
                    <a:pt x="0" y="1"/>
                    <a:pt x="0" y="3"/>
                  </a:cubicBezTo>
                  <a:lnTo>
                    <a:pt x="0"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5" name="Google Shape;385;p14"/>
            <p:cNvSpPr/>
            <p:nvPr/>
          </p:nvSpPr>
          <p:spPr>
            <a:xfrm>
              <a:off x="989311" y="2111962"/>
              <a:ext cx="15443" cy="20959"/>
            </a:xfrm>
            <a:custGeom>
              <a:rect b="b" l="l" r="r" t="t"/>
              <a:pathLst>
                <a:path extrusionOk="0" h="8" w="6">
                  <a:moveTo>
                    <a:pt x="0" y="3"/>
                  </a:moveTo>
                  <a:cubicBezTo>
                    <a:pt x="0" y="5"/>
                    <a:pt x="0" y="5"/>
                    <a:pt x="0" y="5"/>
                  </a:cubicBezTo>
                  <a:cubicBezTo>
                    <a:pt x="0" y="6"/>
                    <a:pt x="1" y="7"/>
                    <a:pt x="3" y="7"/>
                  </a:cubicBezTo>
                  <a:cubicBezTo>
                    <a:pt x="4" y="8"/>
                    <a:pt x="6" y="6"/>
                    <a:pt x="6" y="5"/>
                  </a:cubicBezTo>
                  <a:cubicBezTo>
                    <a:pt x="6" y="3"/>
                    <a:pt x="6" y="3"/>
                    <a:pt x="6" y="3"/>
                  </a:cubicBezTo>
                  <a:cubicBezTo>
                    <a:pt x="6" y="1"/>
                    <a:pt x="5" y="0"/>
                    <a:pt x="3" y="0"/>
                  </a:cubicBezTo>
                  <a:cubicBezTo>
                    <a:pt x="2" y="0"/>
                    <a:pt x="0"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6" name="Google Shape;386;p14"/>
            <p:cNvSpPr/>
            <p:nvPr/>
          </p:nvSpPr>
          <p:spPr>
            <a:xfrm>
              <a:off x="955116" y="2111962"/>
              <a:ext cx="13237" cy="20959"/>
            </a:xfrm>
            <a:custGeom>
              <a:rect b="b" l="l" r="r" t="t"/>
              <a:pathLst>
                <a:path extrusionOk="0" h="8" w="5">
                  <a:moveTo>
                    <a:pt x="0" y="3"/>
                  </a:moveTo>
                  <a:cubicBezTo>
                    <a:pt x="0" y="5"/>
                    <a:pt x="0" y="5"/>
                    <a:pt x="0" y="5"/>
                  </a:cubicBezTo>
                  <a:cubicBezTo>
                    <a:pt x="0" y="6"/>
                    <a:pt x="1" y="7"/>
                    <a:pt x="2" y="7"/>
                  </a:cubicBezTo>
                  <a:cubicBezTo>
                    <a:pt x="4" y="8"/>
                    <a:pt x="5" y="6"/>
                    <a:pt x="5" y="5"/>
                  </a:cubicBezTo>
                  <a:cubicBezTo>
                    <a:pt x="5" y="3"/>
                    <a:pt x="5" y="3"/>
                    <a:pt x="5" y="3"/>
                  </a:cubicBezTo>
                  <a:cubicBezTo>
                    <a:pt x="5" y="1"/>
                    <a:pt x="4" y="0"/>
                    <a:pt x="3" y="0"/>
                  </a:cubicBezTo>
                  <a:cubicBezTo>
                    <a:pt x="1" y="0"/>
                    <a:pt x="0"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87" name="Google Shape;387;p14"/>
          <p:cNvGrpSpPr/>
          <p:nvPr/>
        </p:nvGrpSpPr>
        <p:grpSpPr>
          <a:xfrm>
            <a:off x="1708790" y="1355337"/>
            <a:ext cx="334237" cy="377258"/>
            <a:chOff x="2350528" y="1378406"/>
            <a:chExt cx="334237" cy="377258"/>
          </a:xfrm>
        </p:grpSpPr>
        <p:sp>
          <p:nvSpPr>
            <p:cNvPr id="388" name="Google Shape;388;p14"/>
            <p:cNvSpPr/>
            <p:nvPr/>
          </p:nvSpPr>
          <p:spPr>
            <a:xfrm>
              <a:off x="2373693" y="1664107"/>
              <a:ext cx="15443" cy="13237"/>
            </a:xfrm>
            <a:custGeom>
              <a:rect b="b" l="l" r="r" t="t"/>
              <a:pathLst>
                <a:path extrusionOk="0" h="5" w="6">
                  <a:moveTo>
                    <a:pt x="5" y="5"/>
                  </a:moveTo>
                  <a:cubicBezTo>
                    <a:pt x="5" y="4"/>
                    <a:pt x="6" y="3"/>
                    <a:pt x="6" y="3"/>
                  </a:cubicBezTo>
                  <a:cubicBezTo>
                    <a:pt x="6" y="2"/>
                    <a:pt x="5" y="1"/>
                    <a:pt x="5" y="1"/>
                  </a:cubicBezTo>
                  <a:cubicBezTo>
                    <a:pt x="4" y="0"/>
                    <a:pt x="4" y="0"/>
                    <a:pt x="3" y="0"/>
                  </a:cubicBezTo>
                  <a:cubicBezTo>
                    <a:pt x="2" y="0"/>
                    <a:pt x="1" y="0"/>
                    <a:pt x="1" y="1"/>
                  </a:cubicBezTo>
                  <a:cubicBezTo>
                    <a:pt x="0" y="1"/>
                    <a:pt x="0" y="2"/>
                    <a:pt x="0" y="3"/>
                  </a:cubicBezTo>
                  <a:cubicBezTo>
                    <a:pt x="0" y="3"/>
                    <a:pt x="0" y="4"/>
                    <a:pt x="1" y="5"/>
                  </a:cubicBezTo>
                  <a:cubicBezTo>
                    <a:pt x="1" y="5"/>
                    <a:pt x="2" y="5"/>
                    <a:pt x="3" y="5"/>
                  </a:cubicBezTo>
                  <a:cubicBezTo>
                    <a:pt x="4" y="5"/>
                    <a:pt x="4" y="5"/>
                    <a:pt x="5"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9" name="Google Shape;389;p14"/>
            <p:cNvSpPr/>
            <p:nvPr/>
          </p:nvSpPr>
          <p:spPr>
            <a:xfrm>
              <a:off x="2350528" y="1378406"/>
              <a:ext cx="334237" cy="377258"/>
            </a:xfrm>
            <a:custGeom>
              <a:rect b="b" l="l" r="r" t="t"/>
              <a:pathLst>
                <a:path extrusionOk="0" h="144" w="128">
                  <a:moveTo>
                    <a:pt x="120" y="0"/>
                  </a:moveTo>
                  <a:cubicBezTo>
                    <a:pt x="120" y="0"/>
                    <a:pt x="120" y="0"/>
                    <a:pt x="119" y="0"/>
                  </a:cubicBezTo>
                  <a:cubicBezTo>
                    <a:pt x="12" y="0"/>
                    <a:pt x="12" y="0"/>
                    <a:pt x="12" y="0"/>
                  </a:cubicBezTo>
                  <a:cubicBezTo>
                    <a:pt x="5" y="0"/>
                    <a:pt x="0" y="6"/>
                    <a:pt x="0" y="12"/>
                  </a:cubicBezTo>
                  <a:cubicBezTo>
                    <a:pt x="0" y="18"/>
                    <a:pt x="4" y="22"/>
                    <a:pt x="9" y="24"/>
                  </a:cubicBezTo>
                  <a:cubicBezTo>
                    <a:pt x="9" y="100"/>
                    <a:pt x="9" y="100"/>
                    <a:pt x="9" y="100"/>
                  </a:cubicBezTo>
                  <a:cubicBezTo>
                    <a:pt x="9" y="102"/>
                    <a:pt x="10" y="103"/>
                    <a:pt x="12" y="103"/>
                  </a:cubicBezTo>
                  <a:cubicBezTo>
                    <a:pt x="13" y="103"/>
                    <a:pt x="15" y="102"/>
                    <a:pt x="15" y="100"/>
                  </a:cubicBezTo>
                  <a:cubicBezTo>
                    <a:pt x="15" y="24"/>
                    <a:pt x="15" y="24"/>
                    <a:pt x="15" y="24"/>
                  </a:cubicBezTo>
                  <a:cubicBezTo>
                    <a:pt x="123" y="24"/>
                    <a:pt x="123" y="24"/>
                    <a:pt x="123" y="24"/>
                  </a:cubicBezTo>
                  <a:cubicBezTo>
                    <a:pt x="123" y="121"/>
                    <a:pt x="123" y="121"/>
                    <a:pt x="123" y="121"/>
                  </a:cubicBezTo>
                  <a:cubicBezTo>
                    <a:pt x="122" y="120"/>
                    <a:pt x="120" y="120"/>
                    <a:pt x="119" y="120"/>
                  </a:cubicBezTo>
                  <a:cubicBezTo>
                    <a:pt x="12" y="120"/>
                    <a:pt x="12" y="120"/>
                    <a:pt x="12" y="120"/>
                  </a:cubicBezTo>
                  <a:cubicBezTo>
                    <a:pt x="5" y="120"/>
                    <a:pt x="0" y="125"/>
                    <a:pt x="0" y="132"/>
                  </a:cubicBezTo>
                  <a:cubicBezTo>
                    <a:pt x="0" y="138"/>
                    <a:pt x="5" y="144"/>
                    <a:pt x="12" y="144"/>
                  </a:cubicBezTo>
                  <a:cubicBezTo>
                    <a:pt x="121" y="144"/>
                    <a:pt x="121" y="144"/>
                    <a:pt x="121" y="144"/>
                  </a:cubicBezTo>
                  <a:cubicBezTo>
                    <a:pt x="123" y="144"/>
                    <a:pt x="124" y="142"/>
                    <a:pt x="124" y="141"/>
                  </a:cubicBezTo>
                  <a:cubicBezTo>
                    <a:pt x="124" y="139"/>
                    <a:pt x="123" y="138"/>
                    <a:pt x="121" y="138"/>
                  </a:cubicBezTo>
                  <a:cubicBezTo>
                    <a:pt x="117" y="138"/>
                    <a:pt x="114" y="135"/>
                    <a:pt x="114" y="131"/>
                  </a:cubicBezTo>
                  <a:cubicBezTo>
                    <a:pt x="114" y="128"/>
                    <a:pt x="116" y="126"/>
                    <a:pt x="119" y="126"/>
                  </a:cubicBezTo>
                  <a:cubicBezTo>
                    <a:pt x="121" y="126"/>
                    <a:pt x="123" y="127"/>
                    <a:pt x="123" y="129"/>
                  </a:cubicBezTo>
                  <a:cubicBezTo>
                    <a:pt x="123" y="131"/>
                    <a:pt x="122" y="132"/>
                    <a:pt x="120" y="132"/>
                  </a:cubicBezTo>
                  <a:cubicBezTo>
                    <a:pt x="119" y="132"/>
                    <a:pt x="118" y="133"/>
                    <a:pt x="118" y="134"/>
                  </a:cubicBezTo>
                  <a:cubicBezTo>
                    <a:pt x="118" y="136"/>
                    <a:pt x="119" y="137"/>
                    <a:pt x="120" y="137"/>
                  </a:cubicBezTo>
                  <a:cubicBezTo>
                    <a:pt x="125" y="137"/>
                    <a:pt x="128" y="134"/>
                    <a:pt x="128" y="129"/>
                  </a:cubicBezTo>
                  <a:cubicBezTo>
                    <a:pt x="128" y="10"/>
                    <a:pt x="128" y="10"/>
                    <a:pt x="128" y="10"/>
                  </a:cubicBezTo>
                  <a:cubicBezTo>
                    <a:pt x="128" y="5"/>
                    <a:pt x="125" y="1"/>
                    <a:pt x="120" y="0"/>
                  </a:cubicBezTo>
                  <a:close/>
                  <a:moveTo>
                    <a:pt x="111" y="138"/>
                  </a:moveTo>
                  <a:cubicBezTo>
                    <a:pt x="12" y="138"/>
                    <a:pt x="12" y="138"/>
                    <a:pt x="12" y="138"/>
                  </a:cubicBezTo>
                  <a:cubicBezTo>
                    <a:pt x="8" y="138"/>
                    <a:pt x="6" y="135"/>
                    <a:pt x="6" y="132"/>
                  </a:cubicBezTo>
                  <a:cubicBezTo>
                    <a:pt x="6" y="129"/>
                    <a:pt x="8" y="126"/>
                    <a:pt x="12" y="126"/>
                  </a:cubicBezTo>
                  <a:cubicBezTo>
                    <a:pt x="110" y="126"/>
                    <a:pt x="110" y="126"/>
                    <a:pt x="110" y="126"/>
                  </a:cubicBezTo>
                  <a:cubicBezTo>
                    <a:pt x="109" y="127"/>
                    <a:pt x="108" y="129"/>
                    <a:pt x="108" y="131"/>
                  </a:cubicBezTo>
                  <a:cubicBezTo>
                    <a:pt x="108" y="134"/>
                    <a:pt x="109" y="136"/>
                    <a:pt x="111" y="138"/>
                  </a:cubicBezTo>
                  <a:close/>
                  <a:moveTo>
                    <a:pt x="109" y="18"/>
                  </a:moveTo>
                  <a:cubicBezTo>
                    <a:pt x="12" y="18"/>
                    <a:pt x="12" y="18"/>
                    <a:pt x="12" y="18"/>
                  </a:cubicBezTo>
                  <a:cubicBezTo>
                    <a:pt x="8" y="18"/>
                    <a:pt x="6" y="15"/>
                    <a:pt x="6" y="12"/>
                  </a:cubicBezTo>
                  <a:cubicBezTo>
                    <a:pt x="6" y="9"/>
                    <a:pt x="8" y="6"/>
                    <a:pt x="12" y="6"/>
                  </a:cubicBezTo>
                  <a:cubicBezTo>
                    <a:pt x="109" y="6"/>
                    <a:pt x="109" y="6"/>
                    <a:pt x="109" y="6"/>
                  </a:cubicBezTo>
                  <a:cubicBezTo>
                    <a:pt x="108" y="8"/>
                    <a:pt x="108" y="10"/>
                    <a:pt x="108" y="12"/>
                  </a:cubicBezTo>
                  <a:cubicBezTo>
                    <a:pt x="108" y="14"/>
                    <a:pt x="108" y="16"/>
                    <a:pt x="109" y="18"/>
                  </a:cubicBezTo>
                  <a:close/>
                  <a:moveTo>
                    <a:pt x="119" y="18"/>
                  </a:moveTo>
                  <a:cubicBezTo>
                    <a:pt x="116" y="18"/>
                    <a:pt x="113" y="15"/>
                    <a:pt x="113" y="12"/>
                  </a:cubicBezTo>
                  <a:cubicBezTo>
                    <a:pt x="113" y="9"/>
                    <a:pt x="116" y="6"/>
                    <a:pt x="119" y="6"/>
                  </a:cubicBezTo>
                  <a:cubicBezTo>
                    <a:pt x="121" y="6"/>
                    <a:pt x="123" y="8"/>
                    <a:pt x="123" y="10"/>
                  </a:cubicBezTo>
                  <a:cubicBezTo>
                    <a:pt x="123" y="18"/>
                    <a:pt x="123" y="18"/>
                    <a:pt x="123" y="18"/>
                  </a:cubicBezTo>
                  <a:lnTo>
                    <a:pt x="119" y="18"/>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0" name="Google Shape;390;p14"/>
            <p:cNvSpPr/>
            <p:nvPr/>
          </p:nvSpPr>
          <p:spPr>
            <a:xfrm>
              <a:off x="2632919" y="1479890"/>
              <a:ext cx="15443" cy="13237"/>
            </a:xfrm>
            <a:custGeom>
              <a:rect b="b" l="l" r="r" t="t"/>
              <a:pathLst>
                <a:path extrusionOk="0" h="5" w="6">
                  <a:moveTo>
                    <a:pt x="5" y="5"/>
                  </a:moveTo>
                  <a:cubicBezTo>
                    <a:pt x="6" y="4"/>
                    <a:pt x="6" y="3"/>
                    <a:pt x="6" y="3"/>
                  </a:cubicBezTo>
                  <a:cubicBezTo>
                    <a:pt x="6" y="2"/>
                    <a:pt x="6" y="1"/>
                    <a:pt x="5" y="1"/>
                  </a:cubicBezTo>
                  <a:cubicBezTo>
                    <a:pt x="5" y="0"/>
                    <a:pt x="4" y="0"/>
                    <a:pt x="3" y="0"/>
                  </a:cubicBezTo>
                  <a:cubicBezTo>
                    <a:pt x="2" y="0"/>
                    <a:pt x="2" y="0"/>
                    <a:pt x="1" y="1"/>
                  </a:cubicBezTo>
                  <a:cubicBezTo>
                    <a:pt x="1" y="1"/>
                    <a:pt x="0" y="2"/>
                    <a:pt x="0" y="3"/>
                  </a:cubicBezTo>
                  <a:cubicBezTo>
                    <a:pt x="0" y="3"/>
                    <a:pt x="1" y="4"/>
                    <a:pt x="1" y="5"/>
                  </a:cubicBezTo>
                  <a:cubicBezTo>
                    <a:pt x="2" y="5"/>
                    <a:pt x="2" y="5"/>
                    <a:pt x="3" y="5"/>
                  </a:cubicBezTo>
                  <a:cubicBezTo>
                    <a:pt x="4" y="5"/>
                    <a:pt x="5" y="5"/>
                    <a:pt x="5"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1" name="Google Shape;391;p14"/>
            <p:cNvSpPr/>
            <p:nvPr/>
          </p:nvSpPr>
          <p:spPr>
            <a:xfrm>
              <a:off x="2405682" y="1464447"/>
              <a:ext cx="214000" cy="31990"/>
            </a:xfrm>
            <a:custGeom>
              <a:rect b="b" l="l" r="r" t="t"/>
              <a:pathLst>
                <a:path extrusionOk="0" h="12" w="82">
                  <a:moveTo>
                    <a:pt x="4" y="11"/>
                  </a:moveTo>
                  <a:cubicBezTo>
                    <a:pt x="12" y="6"/>
                    <a:pt x="12" y="6"/>
                    <a:pt x="12" y="6"/>
                  </a:cubicBezTo>
                  <a:cubicBezTo>
                    <a:pt x="13" y="8"/>
                    <a:pt x="13" y="8"/>
                    <a:pt x="13" y="8"/>
                  </a:cubicBezTo>
                  <a:cubicBezTo>
                    <a:pt x="14" y="10"/>
                    <a:pt x="17" y="11"/>
                    <a:pt x="20" y="10"/>
                  </a:cubicBezTo>
                  <a:cubicBezTo>
                    <a:pt x="25" y="7"/>
                    <a:pt x="25" y="7"/>
                    <a:pt x="25" y="7"/>
                  </a:cubicBezTo>
                  <a:cubicBezTo>
                    <a:pt x="28" y="10"/>
                    <a:pt x="28" y="10"/>
                    <a:pt x="28" y="10"/>
                  </a:cubicBezTo>
                  <a:cubicBezTo>
                    <a:pt x="30" y="11"/>
                    <a:pt x="32" y="12"/>
                    <a:pt x="34" y="11"/>
                  </a:cubicBezTo>
                  <a:cubicBezTo>
                    <a:pt x="43" y="8"/>
                    <a:pt x="43" y="8"/>
                    <a:pt x="43" y="8"/>
                  </a:cubicBezTo>
                  <a:cubicBezTo>
                    <a:pt x="51" y="11"/>
                    <a:pt x="51" y="11"/>
                    <a:pt x="51" y="11"/>
                  </a:cubicBezTo>
                  <a:cubicBezTo>
                    <a:pt x="52" y="12"/>
                    <a:pt x="52" y="12"/>
                    <a:pt x="52" y="12"/>
                  </a:cubicBezTo>
                  <a:cubicBezTo>
                    <a:pt x="78" y="12"/>
                    <a:pt x="78" y="12"/>
                    <a:pt x="78" y="12"/>
                  </a:cubicBezTo>
                  <a:cubicBezTo>
                    <a:pt x="79" y="12"/>
                    <a:pt x="79" y="11"/>
                    <a:pt x="80" y="11"/>
                  </a:cubicBezTo>
                  <a:cubicBezTo>
                    <a:pt x="82" y="9"/>
                    <a:pt x="80" y="6"/>
                    <a:pt x="78" y="6"/>
                  </a:cubicBezTo>
                  <a:cubicBezTo>
                    <a:pt x="53" y="6"/>
                    <a:pt x="53" y="6"/>
                    <a:pt x="53" y="6"/>
                  </a:cubicBezTo>
                  <a:cubicBezTo>
                    <a:pt x="45" y="3"/>
                    <a:pt x="45" y="3"/>
                    <a:pt x="45" y="3"/>
                  </a:cubicBezTo>
                  <a:cubicBezTo>
                    <a:pt x="44" y="3"/>
                    <a:pt x="43" y="3"/>
                    <a:pt x="42" y="3"/>
                  </a:cubicBezTo>
                  <a:cubicBezTo>
                    <a:pt x="32" y="6"/>
                    <a:pt x="32" y="6"/>
                    <a:pt x="32" y="6"/>
                  </a:cubicBezTo>
                  <a:cubicBezTo>
                    <a:pt x="29" y="3"/>
                    <a:pt x="29" y="3"/>
                    <a:pt x="29" y="3"/>
                  </a:cubicBezTo>
                  <a:cubicBezTo>
                    <a:pt x="28" y="1"/>
                    <a:pt x="25" y="1"/>
                    <a:pt x="23" y="2"/>
                  </a:cubicBezTo>
                  <a:cubicBezTo>
                    <a:pt x="18" y="5"/>
                    <a:pt x="18" y="5"/>
                    <a:pt x="18" y="5"/>
                  </a:cubicBezTo>
                  <a:cubicBezTo>
                    <a:pt x="16" y="3"/>
                    <a:pt x="16" y="3"/>
                    <a:pt x="16" y="3"/>
                  </a:cubicBezTo>
                  <a:cubicBezTo>
                    <a:pt x="16" y="1"/>
                    <a:pt x="15" y="0"/>
                    <a:pt x="13" y="0"/>
                  </a:cubicBezTo>
                  <a:cubicBezTo>
                    <a:pt x="12" y="0"/>
                    <a:pt x="10" y="0"/>
                    <a:pt x="9" y="1"/>
                  </a:cubicBezTo>
                  <a:cubicBezTo>
                    <a:pt x="1" y="6"/>
                    <a:pt x="1" y="6"/>
                    <a:pt x="1" y="6"/>
                  </a:cubicBezTo>
                  <a:cubicBezTo>
                    <a:pt x="0" y="7"/>
                    <a:pt x="0" y="9"/>
                    <a:pt x="1" y="10"/>
                  </a:cubicBezTo>
                  <a:cubicBezTo>
                    <a:pt x="1" y="11"/>
                    <a:pt x="3" y="12"/>
                    <a:pt x="4"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2" name="Google Shape;392;p14"/>
            <p:cNvSpPr/>
            <p:nvPr/>
          </p:nvSpPr>
          <p:spPr>
            <a:xfrm>
              <a:off x="2405682" y="1519602"/>
              <a:ext cx="245990" cy="31990"/>
            </a:xfrm>
            <a:custGeom>
              <a:rect b="b" l="l" r="r" t="t"/>
              <a:pathLst>
                <a:path extrusionOk="0" h="12" w="94">
                  <a:moveTo>
                    <a:pt x="1" y="10"/>
                  </a:moveTo>
                  <a:cubicBezTo>
                    <a:pt x="1" y="11"/>
                    <a:pt x="3" y="12"/>
                    <a:pt x="4" y="11"/>
                  </a:cubicBezTo>
                  <a:cubicBezTo>
                    <a:pt x="12" y="6"/>
                    <a:pt x="12" y="6"/>
                    <a:pt x="12" y="6"/>
                  </a:cubicBezTo>
                  <a:cubicBezTo>
                    <a:pt x="13" y="8"/>
                    <a:pt x="13" y="8"/>
                    <a:pt x="13" y="8"/>
                  </a:cubicBezTo>
                  <a:cubicBezTo>
                    <a:pt x="14" y="10"/>
                    <a:pt x="17" y="11"/>
                    <a:pt x="20" y="10"/>
                  </a:cubicBezTo>
                  <a:cubicBezTo>
                    <a:pt x="25" y="7"/>
                    <a:pt x="25" y="7"/>
                    <a:pt x="25" y="7"/>
                  </a:cubicBezTo>
                  <a:cubicBezTo>
                    <a:pt x="28" y="10"/>
                    <a:pt x="28" y="10"/>
                    <a:pt x="28" y="10"/>
                  </a:cubicBezTo>
                  <a:cubicBezTo>
                    <a:pt x="30" y="11"/>
                    <a:pt x="32" y="12"/>
                    <a:pt x="34" y="11"/>
                  </a:cubicBezTo>
                  <a:cubicBezTo>
                    <a:pt x="43" y="9"/>
                    <a:pt x="43" y="9"/>
                    <a:pt x="43" y="9"/>
                  </a:cubicBezTo>
                  <a:cubicBezTo>
                    <a:pt x="51" y="12"/>
                    <a:pt x="51" y="12"/>
                    <a:pt x="51" y="12"/>
                  </a:cubicBezTo>
                  <a:cubicBezTo>
                    <a:pt x="52" y="12"/>
                    <a:pt x="52" y="12"/>
                    <a:pt x="52" y="12"/>
                  </a:cubicBezTo>
                  <a:cubicBezTo>
                    <a:pt x="91" y="12"/>
                    <a:pt x="91" y="12"/>
                    <a:pt x="91" y="12"/>
                  </a:cubicBezTo>
                  <a:cubicBezTo>
                    <a:pt x="91" y="12"/>
                    <a:pt x="92" y="12"/>
                    <a:pt x="92" y="11"/>
                  </a:cubicBezTo>
                  <a:cubicBezTo>
                    <a:pt x="94" y="9"/>
                    <a:pt x="92" y="6"/>
                    <a:pt x="90" y="6"/>
                  </a:cubicBezTo>
                  <a:cubicBezTo>
                    <a:pt x="53" y="6"/>
                    <a:pt x="53" y="6"/>
                    <a:pt x="53" y="6"/>
                  </a:cubicBezTo>
                  <a:cubicBezTo>
                    <a:pt x="45" y="3"/>
                    <a:pt x="45" y="3"/>
                    <a:pt x="45" y="3"/>
                  </a:cubicBezTo>
                  <a:cubicBezTo>
                    <a:pt x="44" y="3"/>
                    <a:pt x="43" y="3"/>
                    <a:pt x="42" y="3"/>
                  </a:cubicBezTo>
                  <a:cubicBezTo>
                    <a:pt x="32" y="6"/>
                    <a:pt x="32" y="6"/>
                    <a:pt x="32" y="6"/>
                  </a:cubicBezTo>
                  <a:cubicBezTo>
                    <a:pt x="29" y="3"/>
                    <a:pt x="29" y="3"/>
                    <a:pt x="29" y="3"/>
                  </a:cubicBezTo>
                  <a:cubicBezTo>
                    <a:pt x="28" y="1"/>
                    <a:pt x="25" y="1"/>
                    <a:pt x="23" y="2"/>
                  </a:cubicBezTo>
                  <a:cubicBezTo>
                    <a:pt x="18" y="5"/>
                    <a:pt x="18" y="5"/>
                    <a:pt x="18" y="5"/>
                  </a:cubicBezTo>
                  <a:cubicBezTo>
                    <a:pt x="16" y="3"/>
                    <a:pt x="16" y="3"/>
                    <a:pt x="16" y="3"/>
                  </a:cubicBezTo>
                  <a:cubicBezTo>
                    <a:pt x="16" y="2"/>
                    <a:pt x="15" y="1"/>
                    <a:pt x="13" y="0"/>
                  </a:cubicBezTo>
                  <a:cubicBezTo>
                    <a:pt x="12" y="0"/>
                    <a:pt x="10" y="0"/>
                    <a:pt x="9" y="1"/>
                  </a:cubicBezTo>
                  <a:cubicBezTo>
                    <a:pt x="1" y="6"/>
                    <a:pt x="1" y="6"/>
                    <a:pt x="1" y="6"/>
                  </a:cubicBezTo>
                  <a:cubicBezTo>
                    <a:pt x="0" y="7"/>
                    <a:pt x="0" y="9"/>
                    <a:pt x="1" y="1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3" name="Google Shape;393;p14"/>
            <p:cNvSpPr/>
            <p:nvPr/>
          </p:nvSpPr>
          <p:spPr>
            <a:xfrm>
              <a:off x="2405682" y="1574756"/>
              <a:ext cx="245990" cy="30887"/>
            </a:xfrm>
            <a:custGeom>
              <a:rect b="b" l="l" r="r" t="t"/>
              <a:pathLst>
                <a:path extrusionOk="0" h="12" w="94">
                  <a:moveTo>
                    <a:pt x="1" y="10"/>
                  </a:moveTo>
                  <a:cubicBezTo>
                    <a:pt x="1" y="12"/>
                    <a:pt x="3" y="12"/>
                    <a:pt x="4" y="11"/>
                  </a:cubicBezTo>
                  <a:cubicBezTo>
                    <a:pt x="12" y="6"/>
                    <a:pt x="12" y="6"/>
                    <a:pt x="12" y="6"/>
                  </a:cubicBezTo>
                  <a:cubicBezTo>
                    <a:pt x="13" y="8"/>
                    <a:pt x="13" y="8"/>
                    <a:pt x="13" y="8"/>
                  </a:cubicBezTo>
                  <a:cubicBezTo>
                    <a:pt x="14" y="11"/>
                    <a:pt x="17" y="12"/>
                    <a:pt x="20" y="10"/>
                  </a:cubicBezTo>
                  <a:cubicBezTo>
                    <a:pt x="25" y="7"/>
                    <a:pt x="25" y="7"/>
                    <a:pt x="25" y="7"/>
                  </a:cubicBezTo>
                  <a:cubicBezTo>
                    <a:pt x="28" y="10"/>
                    <a:pt x="28" y="10"/>
                    <a:pt x="28" y="10"/>
                  </a:cubicBezTo>
                  <a:cubicBezTo>
                    <a:pt x="30" y="12"/>
                    <a:pt x="32" y="12"/>
                    <a:pt x="34" y="12"/>
                  </a:cubicBezTo>
                  <a:cubicBezTo>
                    <a:pt x="43" y="9"/>
                    <a:pt x="43" y="9"/>
                    <a:pt x="43" y="9"/>
                  </a:cubicBezTo>
                  <a:cubicBezTo>
                    <a:pt x="51" y="12"/>
                    <a:pt x="51" y="12"/>
                    <a:pt x="51" y="12"/>
                  </a:cubicBezTo>
                  <a:cubicBezTo>
                    <a:pt x="52" y="12"/>
                    <a:pt x="52" y="12"/>
                    <a:pt x="52" y="12"/>
                  </a:cubicBezTo>
                  <a:cubicBezTo>
                    <a:pt x="91" y="12"/>
                    <a:pt x="91" y="12"/>
                    <a:pt x="91" y="12"/>
                  </a:cubicBezTo>
                  <a:cubicBezTo>
                    <a:pt x="91" y="12"/>
                    <a:pt x="92" y="12"/>
                    <a:pt x="92" y="12"/>
                  </a:cubicBezTo>
                  <a:cubicBezTo>
                    <a:pt x="94" y="9"/>
                    <a:pt x="92" y="7"/>
                    <a:pt x="90" y="7"/>
                  </a:cubicBezTo>
                  <a:cubicBezTo>
                    <a:pt x="53" y="7"/>
                    <a:pt x="53" y="7"/>
                    <a:pt x="53" y="7"/>
                  </a:cubicBezTo>
                  <a:cubicBezTo>
                    <a:pt x="45" y="4"/>
                    <a:pt x="45" y="4"/>
                    <a:pt x="45" y="4"/>
                  </a:cubicBezTo>
                  <a:cubicBezTo>
                    <a:pt x="44" y="3"/>
                    <a:pt x="43" y="3"/>
                    <a:pt x="42" y="3"/>
                  </a:cubicBezTo>
                  <a:cubicBezTo>
                    <a:pt x="32" y="6"/>
                    <a:pt x="32" y="6"/>
                    <a:pt x="32" y="6"/>
                  </a:cubicBezTo>
                  <a:cubicBezTo>
                    <a:pt x="29" y="3"/>
                    <a:pt x="29" y="3"/>
                    <a:pt x="29" y="3"/>
                  </a:cubicBezTo>
                  <a:cubicBezTo>
                    <a:pt x="28" y="2"/>
                    <a:pt x="25" y="1"/>
                    <a:pt x="23" y="2"/>
                  </a:cubicBezTo>
                  <a:cubicBezTo>
                    <a:pt x="18" y="5"/>
                    <a:pt x="18" y="5"/>
                    <a:pt x="18" y="5"/>
                  </a:cubicBezTo>
                  <a:cubicBezTo>
                    <a:pt x="16" y="3"/>
                    <a:pt x="16" y="3"/>
                    <a:pt x="16" y="3"/>
                  </a:cubicBezTo>
                  <a:cubicBezTo>
                    <a:pt x="16" y="2"/>
                    <a:pt x="15" y="1"/>
                    <a:pt x="13" y="1"/>
                  </a:cubicBezTo>
                  <a:cubicBezTo>
                    <a:pt x="12" y="0"/>
                    <a:pt x="10" y="1"/>
                    <a:pt x="9" y="1"/>
                  </a:cubicBezTo>
                  <a:cubicBezTo>
                    <a:pt x="1" y="7"/>
                    <a:pt x="1" y="7"/>
                    <a:pt x="1" y="7"/>
                  </a:cubicBezTo>
                  <a:cubicBezTo>
                    <a:pt x="0" y="7"/>
                    <a:pt x="0" y="9"/>
                    <a:pt x="1" y="1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4" name="Google Shape;394;p14"/>
            <p:cNvSpPr/>
            <p:nvPr/>
          </p:nvSpPr>
          <p:spPr>
            <a:xfrm>
              <a:off x="2405682" y="1629911"/>
              <a:ext cx="245990" cy="30887"/>
            </a:xfrm>
            <a:custGeom>
              <a:rect b="b" l="l" r="r" t="t"/>
              <a:pathLst>
                <a:path extrusionOk="0" h="12" w="94">
                  <a:moveTo>
                    <a:pt x="1" y="10"/>
                  </a:moveTo>
                  <a:cubicBezTo>
                    <a:pt x="1" y="12"/>
                    <a:pt x="3" y="12"/>
                    <a:pt x="4" y="11"/>
                  </a:cubicBezTo>
                  <a:cubicBezTo>
                    <a:pt x="12" y="6"/>
                    <a:pt x="12" y="6"/>
                    <a:pt x="12" y="6"/>
                  </a:cubicBezTo>
                  <a:cubicBezTo>
                    <a:pt x="13" y="8"/>
                    <a:pt x="13" y="8"/>
                    <a:pt x="13" y="8"/>
                  </a:cubicBezTo>
                  <a:cubicBezTo>
                    <a:pt x="14" y="11"/>
                    <a:pt x="17" y="12"/>
                    <a:pt x="20" y="10"/>
                  </a:cubicBezTo>
                  <a:cubicBezTo>
                    <a:pt x="25" y="7"/>
                    <a:pt x="25" y="7"/>
                    <a:pt x="25" y="7"/>
                  </a:cubicBezTo>
                  <a:cubicBezTo>
                    <a:pt x="28" y="10"/>
                    <a:pt x="28" y="10"/>
                    <a:pt x="28" y="10"/>
                  </a:cubicBezTo>
                  <a:cubicBezTo>
                    <a:pt x="30" y="12"/>
                    <a:pt x="32" y="12"/>
                    <a:pt x="34" y="12"/>
                  </a:cubicBezTo>
                  <a:cubicBezTo>
                    <a:pt x="43" y="9"/>
                    <a:pt x="43" y="9"/>
                    <a:pt x="43" y="9"/>
                  </a:cubicBezTo>
                  <a:cubicBezTo>
                    <a:pt x="51" y="12"/>
                    <a:pt x="51" y="12"/>
                    <a:pt x="51" y="12"/>
                  </a:cubicBezTo>
                  <a:cubicBezTo>
                    <a:pt x="52" y="12"/>
                    <a:pt x="52" y="12"/>
                    <a:pt x="52" y="12"/>
                  </a:cubicBezTo>
                  <a:cubicBezTo>
                    <a:pt x="91" y="12"/>
                    <a:pt x="91" y="12"/>
                    <a:pt x="91" y="12"/>
                  </a:cubicBezTo>
                  <a:cubicBezTo>
                    <a:pt x="91" y="12"/>
                    <a:pt x="92" y="12"/>
                    <a:pt x="92" y="12"/>
                  </a:cubicBezTo>
                  <a:cubicBezTo>
                    <a:pt x="94" y="9"/>
                    <a:pt x="92" y="7"/>
                    <a:pt x="90" y="7"/>
                  </a:cubicBezTo>
                  <a:cubicBezTo>
                    <a:pt x="53" y="7"/>
                    <a:pt x="53" y="7"/>
                    <a:pt x="53" y="7"/>
                  </a:cubicBezTo>
                  <a:cubicBezTo>
                    <a:pt x="45" y="4"/>
                    <a:pt x="45" y="4"/>
                    <a:pt x="45" y="4"/>
                  </a:cubicBezTo>
                  <a:cubicBezTo>
                    <a:pt x="44" y="3"/>
                    <a:pt x="43" y="3"/>
                    <a:pt x="42" y="3"/>
                  </a:cubicBezTo>
                  <a:cubicBezTo>
                    <a:pt x="32" y="6"/>
                    <a:pt x="32" y="6"/>
                    <a:pt x="32" y="6"/>
                  </a:cubicBezTo>
                  <a:cubicBezTo>
                    <a:pt x="29" y="3"/>
                    <a:pt x="29" y="3"/>
                    <a:pt x="29" y="3"/>
                  </a:cubicBezTo>
                  <a:cubicBezTo>
                    <a:pt x="28" y="2"/>
                    <a:pt x="25" y="1"/>
                    <a:pt x="23" y="2"/>
                  </a:cubicBezTo>
                  <a:cubicBezTo>
                    <a:pt x="18" y="5"/>
                    <a:pt x="18" y="5"/>
                    <a:pt x="18" y="5"/>
                  </a:cubicBezTo>
                  <a:cubicBezTo>
                    <a:pt x="16" y="3"/>
                    <a:pt x="16" y="3"/>
                    <a:pt x="16" y="3"/>
                  </a:cubicBezTo>
                  <a:cubicBezTo>
                    <a:pt x="16" y="2"/>
                    <a:pt x="15" y="1"/>
                    <a:pt x="13" y="1"/>
                  </a:cubicBezTo>
                  <a:cubicBezTo>
                    <a:pt x="12" y="0"/>
                    <a:pt x="10" y="1"/>
                    <a:pt x="9" y="1"/>
                  </a:cubicBezTo>
                  <a:cubicBezTo>
                    <a:pt x="1" y="7"/>
                    <a:pt x="1" y="7"/>
                    <a:pt x="1" y="7"/>
                  </a:cubicBezTo>
                  <a:cubicBezTo>
                    <a:pt x="0" y="7"/>
                    <a:pt x="0" y="9"/>
                    <a:pt x="1" y="1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15"/>
          <p:cNvSpPr txBox="1"/>
          <p:nvPr>
            <p:ph type="title"/>
          </p:nvPr>
        </p:nvSpPr>
        <p:spPr>
          <a:xfrm>
            <a:off x="720000" y="2909475"/>
            <a:ext cx="8034140" cy="84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s-ES" sz="4000"/>
              <a:t>GRACIAS!</a:t>
            </a:r>
            <a:endParaRPr sz="4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ssertation Defense - Doctor of Philosophy (Ph.D.) in History by Slidesgo">
  <a:themeElements>
    <a:clrScheme name="Simple Light">
      <a:dk1>
        <a:srgbClr val="4B4739"/>
      </a:dk1>
      <a:lt1>
        <a:srgbClr val="745D28"/>
      </a:lt1>
      <a:dk2>
        <a:srgbClr val="FDF9ED"/>
      </a:dk2>
      <a:lt2>
        <a:srgbClr val="EEDFB8"/>
      </a:lt2>
      <a:accent1>
        <a:srgbClr val="D39306"/>
      </a:accent1>
      <a:accent2>
        <a:srgbClr val="B19951"/>
      </a:accent2>
      <a:accent3>
        <a:srgbClr val="BBAE88"/>
      </a:accent3>
      <a:accent4>
        <a:srgbClr val="FFFFFF"/>
      </a:accent4>
      <a:accent5>
        <a:srgbClr val="FFFFFF"/>
      </a:accent5>
      <a:accent6>
        <a:srgbClr val="FFFFFF"/>
      </a:accent6>
      <a:hlink>
        <a:srgbClr val="55492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xiuhuang zhan</dc:creator>
</cp:coreProperties>
</file>